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Lst>
  <p:sldSz cy="32918400" cx="43891200"/>
  <p:notesSz cx="7102475" cy="93884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C986C5-7B88-4081-A09A-35D2169DA643}">
  <a:tblStyle styleId="{C6C986C5-7B88-4081-A09A-35D2169DA64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163" cy="471488"/>
          </a:xfrm>
          <a:prstGeom prst="rect">
            <a:avLst/>
          </a:prstGeom>
          <a:noFill/>
          <a:ln>
            <a:noFill/>
          </a:ln>
        </p:spPr>
        <p:txBody>
          <a:bodyPr anchorCtr="0" anchor="t" bIns="47100" lIns="94225" spcFirstLastPara="1" rIns="94225" wrap="square" tIns="471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2725" y="0"/>
            <a:ext cx="3078163" cy="471488"/>
          </a:xfrm>
          <a:prstGeom prst="rect">
            <a:avLst/>
          </a:prstGeom>
          <a:noFill/>
          <a:ln>
            <a:noFill/>
          </a:ln>
        </p:spPr>
        <p:txBody>
          <a:bodyPr anchorCtr="0" anchor="t" bIns="47100" lIns="94225" spcFirstLastPara="1" rIns="94225" wrap="square" tIns="471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438275" y="1173163"/>
            <a:ext cx="4225925" cy="31686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9613" y="4518025"/>
            <a:ext cx="5683250" cy="3697288"/>
          </a:xfrm>
          <a:prstGeom prst="rect">
            <a:avLst/>
          </a:prstGeom>
          <a:noFill/>
          <a:ln>
            <a:noFill/>
          </a:ln>
        </p:spPr>
        <p:txBody>
          <a:bodyPr anchorCtr="0" anchor="t" bIns="47100" lIns="94225" spcFirstLastPara="1" rIns="94225" wrap="square" tIns="471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916988"/>
            <a:ext cx="3078163" cy="471487"/>
          </a:xfrm>
          <a:prstGeom prst="rect">
            <a:avLst/>
          </a:prstGeom>
          <a:noFill/>
          <a:ln>
            <a:noFill/>
          </a:ln>
        </p:spPr>
        <p:txBody>
          <a:bodyPr anchorCtr="0" anchor="b" bIns="47100" lIns="94225" spcFirstLastPara="1" rIns="94225" wrap="square" tIns="471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2725" y="8916988"/>
            <a:ext cx="3078163" cy="471487"/>
          </a:xfrm>
          <a:prstGeom prst="rect">
            <a:avLst/>
          </a:prstGeom>
          <a:noFill/>
          <a:ln>
            <a:noFill/>
          </a:ln>
        </p:spPr>
        <p:txBody>
          <a:bodyPr anchorCtr="0" anchor="b" bIns="47100" lIns="94225" spcFirstLastPara="1" rIns="94225" wrap="square" tIns="471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438275" y="1173163"/>
            <a:ext cx="4225925" cy="31686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 name="Google Shape;86;p1:notes"/>
          <p:cNvSpPr txBox="1"/>
          <p:nvPr>
            <p:ph idx="1" type="body"/>
          </p:nvPr>
        </p:nvSpPr>
        <p:spPr>
          <a:xfrm>
            <a:off x="709613" y="4518025"/>
            <a:ext cx="5683250" cy="3697288"/>
          </a:xfrm>
          <a:prstGeom prst="rect">
            <a:avLst/>
          </a:prstGeom>
          <a:noFill/>
          <a:ln>
            <a:noFill/>
          </a:ln>
        </p:spPr>
        <p:txBody>
          <a:bodyPr anchorCtr="0" anchor="t" bIns="47100" lIns="94225" spcFirstLastPara="1" rIns="94225" wrap="square" tIns="471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4022725" y="8916988"/>
            <a:ext cx="3078163" cy="471487"/>
          </a:xfrm>
          <a:prstGeom prst="rect">
            <a:avLst/>
          </a:prstGeom>
          <a:noFill/>
          <a:ln>
            <a:noFill/>
          </a:ln>
        </p:spPr>
        <p:txBody>
          <a:bodyPr anchorCtr="0" anchor="b" bIns="47100" lIns="94225" spcFirstLastPara="1" rIns="94225" wrap="square" tIns="471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3291840" y="5387342"/>
            <a:ext cx="37307520" cy="1146048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288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2"/>
          <p:cNvSpPr txBox="1"/>
          <p:nvPr>
            <p:ph idx="1" type="subTitle"/>
          </p:nvPr>
        </p:nvSpPr>
        <p:spPr>
          <a:xfrm>
            <a:off x="5486400" y="17289782"/>
            <a:ext cx="32918400" cy="7947658"/>
          </a:xfrm>
          <a:prstGeom prst="rect">
            <a:avLst/>
          </a:prstGeom>
          <a:noFill/>
          <a:ln>
            <a:noFill/>
          </a:ln>
        </p:spPr>
        <p:txBody>
          <a:bodyPr anchorCtr="0" anchor="t" bIns="45700" lIns="91425" spcFirstLastPara="1" rIns="91425" wrap="square" tIns="45700">
            <a:no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p:txBody>
      </p:sp>
      <p:sp>
        <p:nvSpPr>
          <p:cNvPr id="18" name="Google Shape;18;p2"/>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5700" u="none" cap="none" strike="noStrike">
                <a:solidFill>
                  <a:srgbClr val="898989"/>
                </a:solidFill>
                <a:latin typeface="Calibri"/>
                <a:ea typeface="Calibri"/>
                <a:cs typeface="Calibri"/>
                <a:sym typeface="Calibri"/>
              </a:defRPr>
            </a:lvl1pPr>
            <a:lvl2pPr indent="0" lvl="1" marL="0" marR="0" algn="r">
              <a:spcBef>
                <a:spcPts val="0"/>
              </a:spcBef>
              <a:spcAft>
                <a:spcPts val="0"/>
              </a:spcAft>
              <a:buNone/>
              <a:defRPr b="0" i="0" sz="5700" u="none" cap="none" strike="noStrike">
                <a:solidFill>
                  <a:srgbClr val="898989"/>
                </a:solidFill>
                <a:latin typeface="Calibri"/>
                <a:ea typeface="Calibri"/>
                <a:cs typeface="Calibri"/>
                <a:sym typeface="Calibri"/>
              </a:defRPr>
            </a:lvl2pPr>
            <a:lvl3pPr indent="0" lvl="2" marL="0" marR="0" algn="r">
              <a:spcBef>
                <a:spcPts val="0"/>
              </a:spcBef>
              <a:spcAft>
                <a:spcPts val="0"/>
              </a:spcAft>
              <a:buNone/>
              <a:defRPr b="0" i="0" sz="5700" u="none" cap="none" strike="noStrike">
                <a:solidFill>
                  <a:srgbClr val="898989"/>
                </a:solidFill>
                <a:latin typeface="Calibri"/>
                <a:ea typeface="Calibri"/>
                <a:cs typeface="Calibri"/>
                <a:sym typeface="Calibri"/>
              </a:defRPr>
            </a:lvl3pPr>
            <a:lvl4pPr indent="0" lvl="3" marL="0" marR="0" algn="r">
              <a:spcBef>
                <a:spcPts val="0"/>
              </a:spcBef>
              <a:spcAft>
                <a:spcPts val="0"/>
              </a:spcAft>
              <a:buNone/>
              <a:defRPr b="0" i="0" sz="5700" u="none" cap="none" strike="noStrike">
                <a:solidFill>
                  <a:srgbClr val="898989"/>
                </a:solidFill>
                <a:latin typeface="Calibri"/>
                <a:ea typeface="Calibri"/>
                <a:cs typeface="Calibri"/>
                <a:sym typeface="Calibri"/>
              </a:defRPr>
            </a:lvl4pPr>
            <a:lvl5pPr indent="0" lvl="4" marL="0" marR="0" algn="r">
              <a:spcBef>
                <a:spcPts val="0"/>
              </a:spcBef>
              <a:spcAft>
                <a:spcPts val="0"/>
              </a:spcAft>
              <a:buNone/>
              <a:defRPr b="0" i="0" sz="5700" u="none" cap="none" strike="noStrike">
                <a:solidFill>
                  <a:srgbClr val="898989"/>
                </a:solidFill>
                <a:latin typeface="Calibri"/>
                <a:ea typeface="Calibri"/>
                <a:cs typeface="Calibri"/>
                <a:sym typeface="Calibri"/>
              </a:defRPr>
            </a:lvl5pPr>
            <a:lvl6pPr indent="0" lvl="5" marL="0" marR="0" algn="r">
              <a:spcBef>
                <a:spcPts val="0"/>
              </a:spcBef>
              <a:spcAft>
                <a:spcPts val="0"/>
              </a:spcAft>
              <a:buNone/>
              <a:defRPr b="0" i="0" sz="5700" u="none" cap="none" strike="noStrike">
                <a:solidFill>
                  <a:srgbClr val="898989"/>
                </a:solidFill>
                <a:latin typeface="Calibri"/>
                <a:ea typeface="Calibri"/>
                <a:cs typeface="Calibri"/>
                <a:sym typeface="Calibri"/>
              </a:defRPr>
            </a:lvl6pPr>
            <a:lvl7pPr indent="0" lvl="6" marL="0" marR="0" algn="r">
              <a:spcBef>
                <a:spcPts val="0"/>
              </a:spcBef>
              <a:spcAft>
                <a:spcPts val="0"/>
              </a:spcAft>
              <a:buNone/>
              <a:defRPr b="0" i="0" sz="5700" u="none" cap="none" strike="noStrike">
                <a:solidFill>
                  <a:srgbClr val="898989"/>
                </a:solidFill>
                <a:latin typeface="Calibri"/>
                <a:ea typeface="Calibri"/>
                <a:cs typeface="Calibri"/>
                <a:sym typeface="Calibri"/>
              </a:defRPr>
            </a:lvl7pPr>
            <a:lvl8pPr indent="0" lvl="7" marL="0" marR="0" algn="r">
              <a:spcBef>
                <a:spcPts val="0"/>
              </a:spcBef>
              <a:spcAft>
                <a:spcPts val="0"/>
              </a:spcAft>
              <a:buNone/>
              <a:defRPr b="0" i="0" sz="5700" u="none" cap="none" strike="noStrike">
                <a:solidFill>
                  <a:srgbClr val="898989"/>
                </a:solidFill>
                <a:latin typeface="Calibri"/>
                <a:ea typeface="Calibri"/>
                <a:cs typeface="Calibri"/>
                <a:sym typeface="Calibri"/>
              </a:defRPr>
            </a:lvl8pPr>
            <a:lvl9pPr indent="0" lvl="8" marL="0" marR="0" algn="r">
              <a:spcBef>
                <a:spcPts val="0"/>
              </a:spcBef>
              <a:spcAft>
                <a:spcPts val="0"/>
              </a:spcAft>
              <a:buNone/>
              <a:defRPr b="0" i="0" sz="57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3017838" y="1752600"/>
            <a:ext cx="37855525" cy="6362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3"/>
          <p:cNvSpPr txBox="1"/>
          <p:nvPr>
            <p:ph idx="1" type="body"/>
          </p:nvPr>
        </p:nvSpPr>
        <p:spPr>
          <a:xfrm>
            <a:off x="3017838" y="8763000"/>
            <a:ext cx="37855525" cy="208867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24" name="Google Shape;24;p3"/>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2994662" y="8206749"/>
            <a:ext cx="37856160" cy="1369313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88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 name="Google Shape;29;p4"/>
          <p:cNvSpPr txBox="1"/>
          <p:nvPr>
            <p:ph idx="1" type="body"/>
          </p:nvPr>
        </p:nvSpPr>
        <p:spPr>
          <a:xfrm>
            <a:off x="2994662" y="22029429"/>
            <a:ext cx="37856160" cy="720089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0"/>
              </a:spcBef>
              <a:spcAft>
                <a:spcPts val="0"/>
              </a:spcAft>
              <a:buClr>
                <a:schemeClr val="dk1"/>
              </a:buClr>
              <a:buSzPts val="11520"/>
              <a:buNone/>
              <a:defRPr sz="11520">
                <a:solidFill>
                  <a:schemeClr val="dk1"/>
                </a:solidFill>
              </a:defRPr>
            </a:lvl1pPr>
            <a:lvl2pPr indent="-228600" lvl="1" marL="914400" algn="l">
              <a:lnSpc>
                <a:spcPct val="90000"/>
              </a:lnSpc>
              <a:spcBef>
                <a:spcPts val="2400"/>
              </a:spcBef>
              <a:spcAft>
                <a:spcPts val="0"/>
              </a:spcAft>
              <a:buClr>
                <a:srgbClr val="888888"/>
              </a:buClr>
              <a:buSzPts val="9600"/>
              <a:buNone/>
              <a:defRPr sz="9600">
                <a:solidFill>
                  <a:srgbClr val="888888"/>
                </a:solidFill>
              </a:defRPr>
            </a:lvl2pPr>
            <a:lvl3pPr indent="-228600" lvl="2" marL="1371600" algn="l">
              <a:lnSpc>
                <a:spcPct val="90000"/>
              </a:lnSpc>
              <a:spcBef>
                <a:spcPts val="2400"/>
              </a:spcBef>
              <a:spcAft>
                <a:spcPts val="0"/>
              </a:spcAft>
              <a:buClr>
                <a:srgbClr val="888888"/>
              </a:buClr>
              <a:buSzPts val="8640"/>
              <a:buNone/>
              <a:defRPr sz="8640">
                <a:solidFill>
                  <a:srgbClr val="888888"/>
                </a:solidFill>
              </a:defRPr>
            </a:lvl3pPr>
            <a:lvl4pPr indent="-228600" lvl="3" marL="1828800" algn="l">
              <a:lnSpc>
                <a:spcPct val="90000"/>
              </a:lnSpc>
              <a:spcBef>
                <a:spcPts val="2400"/>
              </a:spcBef>
              <a:spcAft>
                <a:spcPts val="0"/>
              </a:spcAft>
              <a:buClr>
                <a:srgbClr val="888888"/>
              </a:buClr>
              <a:buSzPts val="7680"/>
              <a:buNone/>
              <a:defRPr sz="7680">
                <a:solidFill>
                  <a:srgbClr val="888888"/>
                </a:solidFill>
              </a:defRPr>
            </a:lvl4pPr>
            <a:lvl5pPr indent="-228600" lvl="4" marL="2286000" algn="l">
              <a:lnSpc>
                <a:spcPct val="90000"/>
              </a:lnSpc>
              <a:spcBef>
                <a:spcPts val="2400"/>
              </a:spcBef>
              <a:spcAft>
                <a:spcPts val="0"/>
              </a:spcAft>
              <a:buClr>
                <a:srgbClr val="888888"/>
              </a:buClr>
              <a:buSzPts val="7680"/>
              <a:buNone/>
              <a:defRPr sz="7680">
                <a:solidFill>
                  <a:srgbClr val="888888"/>
                </a:solidFill>
              </a:defRPr>
            </a:lvl5pPr>
            <a:lvl6pPr indent="-228600" lvl="5" marL="2743200" algn="l">
              <a:lnSpc>
                <a:spcPct val="90000"/>
              </a:lnSpc>
              <a:spcBef>
                <a:spcPts val="2400"/>
              </a:spcBef>
              <a:spcAft>
                <a:spcPts val="0"/>
              </a:spcAft>
              <a:buClr>
                <a:srgbClr val="888888"/>
              </a:buClr>
              <a:buSzPts val="7680"/>
              <a:buNone/>
              <a:defRPr sz="7680">
                <a:solidFill>
                  <a:srgbClr val="888888"/>
                </a:solidFill>
              </a:defRPr>
            </a:lvl6pPr>
            <a:lvl7pPr indent="-228600" lvl="6" marL="3200400" algn="l">
              <a:lnSpc>
                <a:spcPct val="90000"/>
              </a:lnSpc>
              <a:spcBef>
                <a:spcPts val="2400"/>
              </a:spcBef>
              <a:spcAft>
                <a:spcPts val="0"/>
              </a:spcAft>
              <a:buClr>
                <a:srgbClr val="888888"/>
              </a:buClr>
              <a:buSzPts val="7680"/>
              <a:buNone/>
              <a:defRPr sz="7680">
                <a:solidFill>
                  <a:srgbClr val="888888"/>
                </a:solidFill>
              </a:defRPr>
            </a:lvl7pPr>
            <a:lvl8pPr indent="-228600" lvl="7" marL="3657600" algn="l">
              <a:lnSpc>
                <a:spcPct val="90000"/>
              </a:lnSpc>
              <a:spcBef>
                <a:spcPts val="2400"/>
              </a:spcBef>
              <a:spcAft>
                <a:spcPts val="0"/>
              </a:spcAft>
              <a:buClr>
                <a:srgbClr val="888888"/>
              </a:buClr>
              <a:buSzPts val="7680"/>
              <a:buNone/>
              <a:defRPr sz="7680">
                <a:solidFill>
                  <a:srgbClr val="888888"/>
                </a:solidFill>
              </a:defRPr>
            </a:lvl8pPr>
            <a:lvl9pPr indent="-228600" lvl="8" marL="4114800" algn="l">
              <a:lnSpc>
                <a:spcPct val="90000"/>
              </a:lnSpc>
              <a:spcBef>
                <a:spcPts val="2400"/>
              </a:spcBef>
              <a:spcAft>
                <a:spcPts val="0"/>
              </a:spcAft>
              <a:buClr>
                <a:srgbClr val="888888"/>
              </a:buClr>
              <a:buSzPts val="7680"/>
              <a:buNone/>
              <a:defRPr sz="7680">
                <a:solidFill>
                  <a:srgbClr val="888888"/>
                </a:solidFill>
              </a:defRPr>
            </a:lvl9pPr>
          </a:lstStyle>
          <a:p/>
        </p:txBody>
      </p:sp>
      <p:sp>
        <p:nvSpPr>
          <p:cNvPr id="30" name="Google Shape;30;p4"/>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3017838" y="1752600"/>
            <a:ext cx="37855525" cy="6362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5"/>
          <p:cNvSpPr txBox="1"/>
          <p:nvPr>
            <p:ph idx="1" type="body"/>
          </p:nvPr>
        </p:nvSpPr>
        <p:spPr>
          <a:xfrm>
            <a:off x="3017520" y="8763000"/>
            <a:ext cx="18653760" cy="2088642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6" name="Google Shape;36;p5"/>
          <p:cNvSpPr txBox="1"/>
          <p:nvPr>
            <p:ph idx="2" type="body"/>
          </p:nvPr>
        </p:nvSpPr>
        <p:spPr>
          <a:xfrm>
            <a:off x="22219920" y="8763000"/>
            <a:ext cx="18653760" cy="2088642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37" name="Google Shape;37;p5"/>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3023237" y="1752607"/>
            <a:ext cx="37856160" cy="636270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 name="Google Shape;42;p6"/>
          <p:cNvSpPr txBox="1"/>
          <p:nvPr>
            <p:ph idx="1" type="body"/>
          </p:nvPr>
        </p:nvSpPr>
        <p:spPr>
          <a:xfrm>
            <a:off x="3023242" y="8069582"/>
            <a:ext cx="18568032" cy="3954778"/>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43" name="Google Shape;43;p6"/>
          <p:cNvSpPr txBox="1"/>
          <p:nvPr>
            <p:ph idx="2" type="body"/>
          </p:nvPr>
        </p:nvSpPr>
        <p:spPr>
          <a:xfrm>
            <a:off x="3023242" y="12024360"/>
            <a:ext cx="18568032" cy="1768602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4" name="Google Shape;44;p6"/>
          <p:cNvSpPr txBox="1"/>
          <p:nvPr>
            <p:ph idx="3" type="body"/>
          </p:nvPr>
        </p:nvSpPr>
        <p:spPr>
          <a:xfrm>
            <a:off x="22219922" y="8069582"/>
            <a:ext cx="18659477" cy="3954778"/>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4800"/>
              </a:spcBef>
              <a:spcAft>
                <a:spcPts val="0"/>
              </a:spcAft>
              <a:buClr>
                <a:schemeClr val="dk1"/>
              </a:buClr>
              <a:buSzPts val="11520"/>
              <a:buNone/>
              <a:defRPr b="1" sz="11520"/>
            </a:lvl1pPr>
            <a:lvl2pPr indent="-228600" lvl="1" marL="914400" algn="l">
              <a:lnSpc>
                <a:spcPct val="90000"/>
              </a:lnSpc>
              <a:spcBef>
                <a:spcPts val="2400"/>
              </a:spcBef>
              <a:spcAft>
                <a:spcPts val="0"/>
              </a:spcAft>
              <a:buClr>
                <a:schemeClr val="dk1"/>
              </a:buClr>
              <a:buSzPts val="9600"/>
              <a:buNone/>
              <a:defRPr b="1" sz="9600"/>
            </a:lvl2pPr>
            <a:lvl3pPr indent="-228600" lvl="2" marL="1371600" algn="l">
              <a:lnSpc>
                <a:spcPct val="90000"/>
              </a:lnSpc>
              <a:spcBef>
                <a:spcPts val="2400"/>
              </a:spcBef>
              <a:spcAft>
                <a:spcPts val="0"/>
              </a:spcAft>
              <a:buClr>
                <a:schemeClr val="dk1"/>
              </a:buClr>
              <a:buSzPts val="8640"/>
              <a:buNone/>
              <a:defRPr b="1" sz="8640"/>
            </a:lvl3pPr>
            <a:lvl4pPr indent="-228600" lvl="3" marL="1828800" algn="l">
              <a:lnSpc>
                <a:spcPct val="90000"/>
              </a:lnSpc>
              <a:spcBef>
                <a:spcPts val="2400"/>
              </a:spcBef>
              <a:spcAft>
                <a:spcPts val="0"/>
              </a:spcAft>
              <a:buClr>
                <a:schemeClr val="dk1"/>
              </a:buClr>
              <a:buSzPts val="7680"/>
              <a:buNone/>
              <a:defRPr b="1" sz="7680"/>
            </a:lvl4pPr>
            <a:lvl5pPr indent="-228600" lvl="4" marL="2286000" algn="l">
              <a:lnSpc>
                <a:spcPct val="90000"/>
              </a:lnSpc>
              <a:spcBef>
                <a:spcPts val="2400"/>
              </a:spcBef>
              <a:spcAft>
                <a:spcPts val="0"/>
              </a:spcAft>
              <a:buClr>
                <a:schemeClr val="dk1"/>
              </a:buClr>
              <a:buSzPts val="7680"/>
              <a:buNone/>
              <a:defRPr b="1" sz="7680"/>
            </a:lvl5pPr>
            <a:lvl6pPr indent="-228600" lvl="5" marL="2743200" algn="l">
              <a:lnSpc>
                <a:spcPct val="90000"/>
              </a:lnSpc>
              <a:spcBef>
                <a:spcPts val="2400"/>
              </a:spcBef>
              <a:spcAft>
                <a:spcPts val="0"/>
              </a:spcAft>
              <a:buClr>
                <a:schemeClr val="dk1"/>
              </a:buClr>
              <a:buSzPts val="7680"/>
              <a:buNone/>
              <a:defRPr b="1" sz="7680"/>
            </a:lvl6pPr>
            <a:lvl7pPr indent="-228600" lvl="6" marL="3200400" algn="l">
              <a:lnSpc>
                <a:spcPct val="90000"/>
              </a:lnSpc>
              <a:spcBef>
                <a:spcPts val="2400"/>
              </a:spcBef>
              <a:spcAft>
                <a:spcPts val="0"/>
              </a:spcAft>
              <a:buClr>
                <a:schemeClr val="dk1"/>
              </a:buClr>
              <a:buSzPts val="7680"/>
              <a:buNone/>
              <a:defRPr b="1" sz="7680"/>
            </a:lvl7pPr>
            <a:lvl8pPr indent="-228600" lvl="7" marL="3657600" algn="l">
              <a:lnSpc>
                <a:spcPct val="90000"/>
              </a:lnSpc>
              <a:spcBef>
                <a:spcPts val="2400"/>
              </a:spcBef>
              <a:spcAft>
                <a:spcPts val="0"/>
              </a:spcAft>
              <a:buClr>
                <a:schemeClr val="dk1"/>
              </a:buClr>
              <a:buSzPts val="7680"/>
              <a:buNone/>
              <a:defRPr b="1" sz="7680"/>
            </a:lvl8pPr>
            <a:lvl9pPr indent="-228600" lvl="8" marL="4114800" algn="l">
              <a:lnSpc>
                <a:spcPct val="90000"/>
              </a:lnSpc>
              <a:spcBef>
                <a:spcPts val="2400"/>
              </a:spcBef>
              <a:spcAft>
                <a:spcPts val="0"/>
              </a:spcAft>
              <a:buClr>
                <a:schemeClr val="dk1"/>
              </a:buClr>
              <a:buSzPts val="7680"/>
              <a:buNone/>
              <a:defRPr b="1" sz="7680"/>
            </a:lvl9pPr>
          </a:lstStyle>
          <a:p/>
        </p:txBody>
      </p:sp>
      <p:sp>
        <p:nvSpPr>
          <p:cNvPr id="45" name="Google Shape;45;p6"/>
          <p:cNvSpPr txBox="1"/>
          <p:nvPr>
            <p:ph idx="4" type="body"/>
          </p:nvPr>
        </p:nvSpPr>
        <p:spPr>
          <a:xfrm>
            <a:off x="22219922" y="12024360"/>
            <a:ext cx="18659477" cy="1768602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46" name="Google Shape;46;p6"/>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3017838" y="1752600"/>
            <a:ext cx="37855525" cy="6362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1" name="Google Shape;51;p7"/>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1536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9"/>
          <p:cNvSpPr txBox="1"/>
          <p:nvPr>
            <p:ph idx="1" type="body"/>
          </p:nvPr>
        </p:nvSpPr>
        <p:spPr>
          <a:xfrm>
            <a:off x="18659477" y="4739647"/>
            <a:ext cx="22219920" cy="23393400"/>
          </a:xfrm>
          <a:prstGeom prst="rect">
            <a:avLst/>
          </a:prstGeom>
          <a:noFill/>
          <a:ln>
            <a:noFill/>
          </a:ln>
        </p:spPr>
        <p:txBody>
          <a:bodyPr anchorCtr="0" anchor="t" bIns="45700" lIns="91425" spcFirstLastPara="1" rIns="91425" wrap="square" tIns="45700">
            <a:noAutofit/>
          </a:bodyPr>
          <a:lstStyle>
            <a:lvl1pPr indent="-1203960" lvl="0" marL="457200" algn="l">
              <a:lnSpc>
                <a:spcPct val="90000"/>
              </a:lnSpc>
              <a:spcBef>
                <a:spcPts val="4800"/>
              </a:spcBef>
              <a:spcAft>
                <a:spcPts val="0"/>
              </a:spcAft>
              <a:buClr>
                <a:schemeClr val="dk1"/>
              </a:buClr>
              <a:buSzPts val="15360"/>
              <a:buChar char="•"/>
              <a:defRPr sz="15360"/>
            </a:lvl1pPr>
            <a:lvl2pPr indent="-1082040" lvl="1" marL="914400" algn="l">
              <a:lnSpc>
                <a:spcPct val="90000"/>
              </a:lnSpc>
              <a:spcBef>
                <a:spcPts val="2400"/>
              </a:spcBef>
              <a:spcAft>
                <a:spcPts val="0"/>
              </a:spcAft>
              <a:buClr>
                <a:schemeClr val="dk1"/>
              </a:buClr>
              <a:buSzPts val="13440"/>
              <a:buChar char="•"/>
              <a:defRPr sz="13439"/>
            </a:lvl2pPr>
            <a:lvl3pPr indent="-960120" lvl="2" marL="1371600" algn="l">
              <a:lnSpc>
                <a:spcPct val="90000"/>
              </a:lnSpc>
              <a:spcBef>
                <a:spcPts val="2400"/>
              </a:spcBef>
              <a:spcAft>
                <a:spcPts val="0"/>
              </a:spcAft>
              <a:buClr>
                <a:schemeClr val="dk1"/>
              </a:buClr>
              <a:buSzPts val="11520"/>
              <a:buChar char="•"/>
              <a:defRPr sz="11520"/>
            </a:lvl3pPr>
            <a:lvl4pPr indent="-838200" lvl="3" marL="1828800" algn="l">
              <a:lnSpc>
                <a:spcPct val="90000"/>
              </a:lnSpc>
              <a:spcBef>
                <a:spcPts val="2400"/>
              </a:spcBef>
              <a:spcAft>
                <a:spcPts val="0"/>
              </a:spcAft>
              <a:buClr>
                <a:schemeClr val="dk1"/>
              </a:buClr>
              <a:buSzPts val="9600"/>
              <a:buChar char="•"/>
              <a:defRPr sz="9600"/>
            </a:lvl4pPr>
            <a:lvl5pPr indent="-838200" lvl="4" marL="2286000" algn="l">
              <a:lnSpc>
                <a:spcPct val="90000"/>
              </a:lnSpc>
              <a:spcBef>
                <a:spcPts val="2400"/>
              </a:spcBef>
              <a:spcAft>
                <a:spcPts val="0"/>
              </a:spcAft>
              <a:buClr>
                <a:schemeClr val="dk1"/>
              </a:buClr>
              <a:buSzPts val="9600"/>
              <a:buChar char="•"/>
              <a:defRPr sz="9600"/>
            </a:lvl5pPr>
            <a:lvl6pPr indent="-838200" lvl="5" marL="2743200" algn="l">
              <a:lnSpc>
                <a:spcPct val="90000"/>
              </a:lnSpc>
              <a:spcBef>
                <a:spcPts val="2400"/>
              </a:spcBef>
              <a:spcAft>
                <a:spcPts val="0"/>
              </a:spcAft>
              <a:buClr>
                <a:schemeClr val="dk1"/>
              </a:buClr>
              <a:buSzPts val="9600"/>
              <a:buChar char="•"/>
              <a:defRPr sz="9600"/>
            </a:lvl6pPr>
            <a:lvl7pPr indent="-838200" lvl="6" marL="3200400" algn="l">
              <a:lnSpc>
                <a:spcPct val="90000"/>
              </a:lnSpc>
              <a:spcBef>
                <a:spcPts val="2400"/>
              </a:spcBef>
              <a:spcAft>
                <a:spcPts val="0"/>
              </a:spcAft>
              <a:buClr>
                <a:schemeClr val="dk1"/>
              </a:buClr>
              <a:buSzPts val="9600"/>
              <a:buChar char="•"/>
              <a:defRPr sz="9600"/>
            </a:lvl7pPr>
            <a:lvl8pPr indent="-838200" lvl="7" marL="3657600" algn="l">
              <a:lnSpc>
                <a:spcPct val="90000"/>
              </a:lnSpc>
              <a:spcBef>
                <a:spcPts val="2400"/>
              </a:spcBef>
              <a:spcAft>
                <a:spcPts val="0"/>
              </a:spcAft>
              <a:buClr>
                <a:schemeClr val="dk1"/>
              </a:buClr>
              <a:buSzPts val="9600"/>
              <a:buChar char="•"/>
              <a:defRPr sz="9600"/>
            </a:lvl8pPr>
            <a:lvl9pPr indent="-838200" lvl="8" marL="4114800" algn="l">
              <a:lnSpc>
                <a:spcPct val="90000"/>
              </a:lnSpc>
              <a:spcBef>
                <a:spcPts val="2400"/>
              </a:spcBef>
              <a:spcAft>
                <a:spcPts val="0"/>
              </a:spcAft>
              <a:buClr>
                <a:schemeClr val="dk1"/>
              </a:buClr>
              <a:buSzPts val="9600"/>
              <a:buChar char="•"/>
              <a:defRPr sz="9600"/>
            </a:lvl9pPr>
          </a:lstStyle>
          <a:p/>
        </p:txBody>
      </p:sp>
      <p:sp>
        <p:nvSpPr>
          <p:cNvPr id="61" name="Google Shape;61;p9"/>
          <p:cNvSpPr txBox="1"/>
          <p:nvPr>
            <p:ph idx="2" type="body"/>
          </p:nvPr>
        </p:nvSpPr>
        <p:spPr>
          <a:xfrm>
            <a:off x="3023237" y="9875520"/>
            <a:ext cx="14156054" cy="1829562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62" name="Google Shape;62;p9"/>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3023237" y="2194560"/>
            <a:ext cx="14156054" cy="768096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1536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10"/>
          <p:cNvSpPr/>
          <p:nvPr>
            <p:ph idx="2" type="pic"/>
          </p:nvPr>
        </p:nvSpPr>
        <p:spPr>
          <a:xfrm>
            <a:off x="18659477" y="4739647"/>
            <a:ext cx="22219920" cy="23393400"/>
          </a:xfrm>
          <a:prstGeom prst="rect">
            <a:avLst/>
          </a:prstGeom>
          <a:noFill/>
          <a:ln>
            <a:noFill/>
          </a:ln>
        </p:spPr>
      </p:sp>
      <p:sp>
        <p:nvSpPr>
          <p:cNvPr id="68" name="Google Shape;68;p10"/>
          <p:cNvSpPr txBox="1"/>
          <p:nvPr>
            <p:ph idx="1" type="body"/>
          </p:nvPr>
        </p:nvSpPr>
        <p:spPr>
          <a:xfrm>
            <a:off x="3023237" y="9875520"/>
            <a:ext cx="14156054" cy="18295622"/>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00"/>
              </a:spcBef>
              <a:spcAft>
                <a:spcPts val="0"/>
              </a:spcAft>
              <a:buClr>
                <a:schemeClr val="dk1"/>
              </a:buClr>
              <a:buSzPts val="7680"/>
              <a:buNone/>
              <a:defRPr sz="7680"/>
            </a:lvl1pPr>
            <a:lvl2pPr indent="-228600" lvl="1" marL="914400" algn="l">
              <a:lnSpc>
                <a:spcPct val="90000"/>
              </a:lnSpc>
              <a:spcBef>
                <a:spcPts val="2400"/>
              </a:spcBef>
              <a:spcAft>
                <a:spcPts val="0"/>
              </a:spcAft>
              <a:buClr>
                <a:schemeClr val="dk1"/>
              </a:buClr>
              <a:buSzPts val="6720"/>
              <a:buNone/>
              <a:defRPr sz="6719"/>
            </a:lvl2pPr>
            <a:lvl3pPr indent="-228600" lvl="2" marL="1371600" algn="l">
              <a:lnSpc>
                <a:spcPct val="90000"/>
              </a:lnSpc>
              <a:spcBef>
                <a:spcPts val="2400"/>
              </a:spcBef>
              <a:spcAft>
                <a:spcPts val="0"/>
              </a:spcAft>
              <a:buClr>
                <a:schemeClr val="dk1"/>
              </a:buClr>
              <a:buSzPts val="5760"/>
              <a:buNone/>
              <a:defRPr sz="5760"/>
            </a:lvl3pPr>
            <a:lvl4pPr indent="-228600" lvl="3" marL="1828800" algn="l">
              <a:lnSpc>
                <a:spcPct val="90000"/>
              </a:lnSpc>
              <a:spcBef>
                <a:spcPts val="2400"/>
              </a:spcBef>
              <a:spcAft>
                <a:spcPts val="0"/>
              </a:spcAft>
              <a:buClr>
                <a:schemeClr val="dk1"/>
              </a:buClr>
              <a:buSzPts val="4800"/>
              <a:buNone/>
              <a:defRPr sz="4800"/>
            </a:lvl4pPr>
            <a:lvl5pPr indent="-228600" lvl="4" marL="2286000" algn="l">
              <a:lnSpc>
                <a:spcPct val="90000"/>
              </a:lnSpc>
              <a:spcBef>
                <a:spcPts val="2400"/>
              </a:spcBef>
              <a:spcAft>
                <a:spcPts val="0"/>
              </a:spcAft>
              <a:buClr>
                <a:schemeClr val="dk1"/>
              </a:buClr>
              <a:buSzPts val="4800"/>
              <a:buNone/>
              <a:defRPr sz="4800"/>
            </a:lvl5pPr>
            <a:lvl6pPr indent="-228600" lvl="5" marL="2743200" algn="l">
              <a:lnSpc>
                <a:spcPct val="90000"/>
              </a:lnSpc>
              <a:spcBef>
                <a:spcPts val="2400"/>
              </a:spcBef>
              <a:spcAft>
                <a:spcPts val="0"/>
              </a:spcAft>
              <a:buClr>
                <a:schemeClr val="dk1"/>
              </a:buClr>
              <a:buSzPts val="4800"/>
              <a:buNone/>
              <a:defRPr sz="4800"/>
            </a:lvl6pPr>
            <a:lvl7pPr indent="-228600" lvl="6" marL="3200400" algn="l">
              <a:lnSpc>
                <a:spcPct val="90000"/>
              </a:lnSpc>
              <a:spcBef>
                <a:spcPts val="2400"/>
              </a:spcBef>
              <a:spcAft>
                <a:spcPts val="0"/>
              </a:spcAft>
              <a:buClr>
                <a:schemeClr val="dk1"/>
              </a:buClr>
              <a:buSzPts val="4800"/>
              <a:buNone/>
              <a:defRPr sz="4800"/>
            </a:lvl7pPr>
            <a:lvl8pPr indent="-228600" lvl="7" marL="3657600" algn="l">
              <a:lnSpc>
                <a:spcPct val="90000"/>
              </a:lnSpc>
              <a:spcBef>
                <a:spcPts val="2400"/>
              </a:spcBef>
              <a:spcAft>
                <a:spcPts val="0"/>
              </a:spcAft>
              <a:buClr>
                <a:schemeClr val="dk1"/>
              </a:buClr>
              <a:buSzPts val="4800"/>
              <a:buNone/>
              <a:defRPr sz="4800"/>
            </a:lvl8pPr>
            <a:lvl9pPr indent="-228600" lvl="8" marL="4114800" algn="l">
              <a:lnSpc>
                <a:spcPct val="90000"/>
              </a:lnSpc>
              <a:spcBef>
                <a:spcPts val="2400"/>
              </a:spcBef>
              <a:spcAft>
                <a:spcPts val="0"/>
              </a:spcAft>
              <a:buClr>
                <a:schemeClr val="dk1"/>
              </a:buClr>
              <a:buSzPts val="4800"/>
              <a:buNone/>
              <a:defRPr sz="4800"/>
            </a:lvl9pPr>
          </a:lstStyle>
          <a:p/>
        </p:txBody>
      </p:sp>
      <p:sp>
        <p:nvSpPr>
          <p:cNvPr id="69" name="Google Shape;69;p10"/>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3017838" y="1752600"/>
            <a:ext cx="37855525" cy="6362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11"/>
          <p:cNvSpPr txBox="1"/>
          <p:nvPr>
            <p:ph idx="1" type="body"/>
          </p:nvPr>
        </p:nvSpPr>
        <p:spPr>
          <a:xfrm rot="5400000">
            <a:off x="11502232" y="278607"/>
            <a:ext cx="20886738" cy="378555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75" name="Google Shape;75;p11"/>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22193251" y="10968991"/>
            <a:ext cx="27896822" cy="946404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12"/>
          <p:cNvSpPr txBox="1"/>
          <p:nvPr>
            <p:ph idx="1" type="body"/>
          </p:nvPr>
        </p:nvSpPr>
        <p:spPr>
          <a:xfrm rot="5400000">
            <a:off x="2990851" y="1779271"/>
            <a:ext cx="27896822" cy="2784348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81" name="Google Shape;81;p12"/>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5700">
                <a:solidFill>
                  <a:srgbClr val="898989"/>
                </a:solidFill>
                <a:latin typeface="Calibri"/>
                <a:ea typeface="Calibri"/>
                <a:cs typeface="Calibri"/>
                <a:sym typeface="Calibri"/>
              </a:defRPr>
            </a:lvl1pPr>
            <a:lvl2pPr indent="0" lvl="1" marL="0" marR="0" algn="r">
              <a:spcBef>
                <a:spcPts val="0"/>
              </a:spcBef>
              <a:spcAft>
                <a:spcPts val="0"/>
              </a:spcAft>
              <a:buNone/>
              <a:defRPr sz="5700">
                <a:solidFill>
                  <a:srgbClr val="898989"/>
                </a:solidFill>
                <a:latin typeface="Calibri"/>
                <a:ea typeface="Calibri"/>
                <a:cs typeface="Calibri"/>
                <a:sym typeface="Calibri"/>
              </a:defRPr>
            </a:lvl2pPr>
            <a:lvl3pPr indent="0" lvl="2" marL="0" marR="0" algn="r">
              <a:spcBef>
                <a:spcPts val="0"/>
              </a:spcBef>
              <a:spcAft>
                <a:spcPts val="0"/>
              </a:spcAft>
              <a:buNone/>
              <a:defRPr sz="5700">
                <a:solidFill>
                  <a:srgbClr val="898989"/>
                </a:solidFill>
                <a:latin typeface="Calibri"/>
                <a:ea typeface="Calibri"/>
                <a:cs typeface="Calibri"/>
                <a:sym typeface="Calibri"/>
              </a:defRPr>
            </a:lvl3pPr>
            <a:lvl4pPr indent="0" lvl="3" marL="0" marR="0" algn="r">
              <a:spcBef>
                <a:spcPts val="0"/>
              </a:spcBef>
              <a:spcAft>
                <a:spcPts val="0"/>
              </a:spcAft>
              <a:buNone/>
              <a:defRPr sz="5700">
                <a:solidFill>
                  <a:srgbClr val="898989"/>
                </a:solidFill>
                <a:latin typeface="Calibri"/>
                <a:ea typeface="Calibri"/>
                <a:cs typeface="Calibri"/>
                <a:sym typeface="Calibri"/>
              </a:defRPr>
            </a:lvl4pPr>
            <a:lvl5pPr indent="0" lvl="4" marL="0" marR="0" algn="r">
              <a:spcBef>
                <a:spcPts val="0"/>
              </a:spcBef>
              <a:spcAft>
                <a:spcPts val="0"/>
              </a:spcAft>
              <a:buNone/>
              <a:defRPr sz="5700">
                <a:solidFill>
                  <a:srgbClr val="898989"/>
                </a:solidFill>
                <a:latin typeface="Calibri"/>
                <a:ea typeface="Calibri"/>
                <a:cs typeface="Calibri"/>
                <a:sym typeface="Calibri"/>
              </a:defRPr>
            </a:lvl5pPr>
            <a:lvl6pPr indent="0" lvl="5" marL="0" marR="0" algn="r">
              <a:spcBef>
                <a:spcPts val="0"/>
              </a:spcBef>
              <a:spcAft>
                <a:spcPts val="0"/>
              </a:spcAft>
              <a:buNone/>
              <a:defRPr sz="5700">
                <a:solidFill>
                  <a:srgbClr val="898989"/>
                </a:solidFill>
                <a:latin typeface="Calibri"/>
                <a:ea typeface="Calibri"/>
                <a:cs typeface="Calibri"/>
                <a:sym typeface="Calibri"/>
              </a:defRPr>
            </a:lvl6pPr>
            <a:lvl7pPr indent="0" lvl="6" marL="0" marR="0" algn="r">
              <a:spcBef>
                <a:spcPts val="0"/>
              </a:spcBef>
              <a:spcAft>
                <a:spcPts val="0"/>
              </a:spcAft>
              <a:buNone/>
              <a:defRPr sz="5700">
                <a:solidFill>
                  <a:srgbClr val="898989"/>
                </a:solidFill>
                <a:latin typeface="Calibri"/>
                <a:ea typeface="Calibri"/>
                <a:cs typeface="Calibri"/>
                <a:sym typeface="Calibri"/>
              </a:defRPr>
            </a:lvl7pPr>
            <a:lvl8pPr indent="0" lvl="7" marL="0" marR="0" algn="r">
              <a:spcBef>
                <a:spcPts val="0"/>
              </a:spcBef>
              <a:spcAft>
                <a:spcPts val="0"/>
              </a:spcAft>
              <a:buNone/>
              <a:defRPr sz="5700">
                <a:solidFill>
                  <a:srgbClr val="898989"/>
                </a:solidFill>
                <a:latin typeface="Calibri"/>
                <a:ea typeface="Calibri"/>
                <a:cs typeface="Calibri"/>
                <a:sym typeface="Calibri"/>
              </a:defRPr>
            </a:lvl8pPr>
            <a:lvl9pPr indent="0" lvl="8" marL="0" marR="0" algn="r">
              <a:spcBef>
                <a:spcPts val="0"/>
              </a:spcBef>
              <a:spcAft>
                <a:spcPts val="0"/>
              </a:spcAft>
              <a:buNone/>
              <a:defRPr sz="57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017838" y="1752600"/>
            <a:ext cx="37855525" cy="63627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211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3017838" y="8763000"/>
            <a:ext cx="37855525" cy="20886738"/>
          </a:xfrm>
          <a:prstGeom prst="rect">
            <a:avLst/>
          </a:prstGeom>
          <a:noFill/>
          <a:ln>
            <a:noFill/>
          </a:ln>
        </p:spPr>
        <p:txBody>
          <a:bodyPr anchorCtr="0" anchor="t" bIns="45700" lIns="91425" spcFirstLastPara="1" rIns="91425" wrap="square" tIns="45700">
            <a:noAutofit/>
          </a:bodyPr>
          <a:lstStyle>
            <a:lvl1pPr indent="-1079500" lvl="0" marL="457200" marR="0" rtl="0" algn="l">
              <a:lnSpc>
                <a:spcPct val="90000"/>
              </a:lnSpc>
              <a:spcBef>
                <a:spcPts val="480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1pPr>
            <a:lvl2pPr indent="-958850" lvl="1" marL="914400" marR="0" rtl="0" algn="l">
              <a:lnSpc>
                <a:spcPct val="90000"/>
              </a:lnSpc>
              <a:spcBef>
                <a:spcPts val="24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2pPr>
            <a:lvl3pPr indent="-838200" lvl="2" marL="1371600" marR="0" rtl="0" algn="l">
              <a:lnSpc>
                <a:spcPct val="90000"/>
              </a:lnSpc>
              <a:spcBef>
                <a:spcPts val="24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74700" lvl="3" marL="1828800" marR="0" rtl="0" algn="l">
              <a:lnSpc>
                <a:spcPct val="90000"/>
              </a:lnSpc>
              <a:spcBef>
                <a:spcPts val="2400"/>
              </a:spcBef>
              <a:spcAft>
                <a:spcPts val="0"/>
              </a:spcAft>
              <a:buClr>
                <a:schemeClr val="dk1"/>
              </a:buClr>
              <a:buSzPts val="8600"/>
              <a:buFont typeface="Arial"/>
              <a:buChar char="•"/>
              <a:defRPr b="0" i="0" sz="8600" u="none" cap="none" strike="noStrike">
                <a:solidFill>
                  <a:schemeClr val="dk1"/>
                </a:solidFill>
                <a:latin typeface="Calibri"/>
                <a:ea typeface="Calibri"/>
                <a:cs typeface="Calibri"/>
                <a:sym typeface="Calibri"/>
              </a:defRPr>
            </a:lvl4pPr>
            <a:lvl5pPr indent="-774700" lvl="4" marL="2286000" marR="0" rtl="0" algn="l">
              <a:lnSpc>
                <a:spcPct val="90000"/>
              </a:lnSpc>
              <a:spcBef>
                <a:spcPts val="2400"/>
              </a:spcBef>
              <a:spcAft>
                <a:spcPts val="0"/>
              </a:spcAft>
              <a:buClr>
                <a:schemeClr val="dk1"/>
              </a:buClr>
              <a:buSzPts val="8600"/>
              <a:buFont typeface="Arial"/>
              <a:buChar char="•"/>
              <a:defRPr b="0" i="0" sz="8600" u="none" cap="none" strike="noStrike">
                <a:solidFill>
                  <a:schemeClr val="dk1"/>
                </a:solidFill>
                <a:latin typeface="Calibri"/>
                <a:ea typeface="Calibri"/>
                <a:cs typeface="Calibri"/>
                <a:sym typeface="Calibri"/>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3017838" y="30510163"/>
            <a:ext cx="9875837" cy="1752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5700" u="none" cap="none" strike="noStrike">
                <a:solidFill>
                  <a:srgbClr val="898989"/>
                </a:solidFill>
                <a:latin typeface="Calibri"/>
                <a:ea typeface="Calibri"/>
                <a:cs typeface="Calibri"/>
                <a:sym typeface="Calibri"/>
              </a:defRPr>
            </a:lvl1pPr>
            <a:lvl2pPr lvl="1"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4538325" y="30510163"/>
            <a:ext cx="14814550" cy="1752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576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72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30997525" y="30510163"/>
            <a:ext cx="9875838" cy="1752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57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57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57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57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57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57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57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57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57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jpg"/><Relationship Id="rId11" Type="http://schemas.openxmlformats.org/officeDocument/2006/relationships/image" Target="../media/image2.png"/><Relationship Id="rId10" Type="http://schemas.openxmlformats.org/officeDocument/2006/relationships/image" Target="../media/image3.png"/><Relationship Id="rId12" Type="http://schemas.openxmlformats.org/officeDocument/2006/relationships/image" Target="../media/image4.png"/><Relationship Id="rId9"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9.jpg"/><Relationship Id="rId7" Type="http://schemas.openxmlformats.org/officeDocument/2006/relationships/image" Target="../media/image8.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90588"/>
          </a:schemeClr>
        </a:solidFill>
      </p:bgPr>
    </p:bg>
    <p:spTree>
      <p:nvGrpSpPr>
        <p:cNvPr id="88" name="Shape 88"/>
        <p:cNvGrpSpPr/>
        <p:nvPr/>
      </p:nvGrpSpPr>
      <p:grpSpPr>
        <a:xfrm>
          <a:off x="0" y="0"/>
          <a:ext cx="0" cy="0"/>
          <a:chOff x="0" y="0"/>
          <a:chExt cx="0" cy="0"/>
        </a:xfrm>
      </p:grpSpPr>
      <p:grpSp>
        <p:nvGrpSpPr>
          <p:cNvPr id="89" name="Google Shape;89;p13"/>
          <p:cNvGrpSpPr/>
          <p:nvPr/>
        </p:nvGrpSpPr>
        <p:grpSpPr>
          <a:xfrm>
            <a:off x="339071" y="272646"/>
            <a:ext cx="43165712" cy="4283912"/>
            <a:chOff x="339071" y="241971"/>
            <a:chExt cx="43165712" cy="3786026"/>
          </a:xfrm>
        </p:grpSpPr>
        <p:sp>
          <p:nvSpPr>
            <p:cNvPr id="90" name="Google Shape;90;p13"/>
            <p:cNvSpPr txBox="1"/>
            <p:nvPr/>
          </p:nvSpPr>
          <p:spPr>
            <a:xfrm>
              <a:off x="339071" y="241971"/>
              <a:ext cx="43165712" cy="3786026"/>
            </a:xfrm>
            <a:prstGeom prst="rect">
              <a:avLst/>
            </a:prstGeom>
            <a:solidFill>
              <a:srgbClr val="6F91BB"/>
            </a:solidFill>
            <a:ln cap="flat" cmpd="sng" w="25400">
              <a:solidFill>
                <a:srgbClr val="6F91BB"/>
              </a:solidFill>
              <a:prstDash val="solid"/>
              <a:round/>
              <a:headEnd len="sm" w="sm" type="none"/>
              <a:tailEnd len="sm" w="sm" type="none"/>
            </a:ln>
          </p:spPr>
          <p:txBody>
            <a:bodyPr anchorCtr="0" anchor="t" bIns="45700" lIns="91425" spcFirstLastPara="1" rIns="91425" wrap="square" tIns="45700">
              <a:spAutoFit/>
            </a:bodyPr>
            <a:lstStyle/>
            <a:p>
              <a:pPr indent="-90487" lvl="0" marL="4754563" marR="0" rtl="0" algn="ctr">
                <a:spcBef>
                  <a:spcPts val="0"/>
                </a:spcBef>
                <a:spcAft>
                  <a:spcPts val="0"/>
                </a:spcAft>
                <a:buNone/>
              </a:pPr>
              <a:r>
                <a:rPr b="1" i="0" lang="en-US" sz="7200" u="none" cap="none" strike="noStrike">
                  <a:solidFill>
                    <a:schemeClr val="lt1"/>
                  </a:solidFill>
                  <a:latin typeface="Arial"/>
                  <a:ea typeface="Arial"/>
                  <a:cs typeface="Arial"/>
                  <a:sym typeface="Arial"/>
                </a:rPr>
                <a:t>	</a:t>
              </a:r>
              <a:endParaRPr/>
            </a:p>
            <a:p>
              <a:pPr indent="-90487" lvl="0" marL="4754563" marR="0" rtl="0" algn="ctr">
                <a:spcBef>
                  <a:spcPts val="0"/>
                </a:spcBef>
                <a:spcAft>
                  <a:spcPts val="0"/>
                </a:spcAft>
                <a:buNone/>
              </a:pPr>
              <a:r>
                <a:t/>
              </a:r>
              <a:endParaRPr b="1" i="0" sz="7200" u="none" cap="none" strike="noStrike">
                <a:solidFill>
                  <a:schemeClr val="lt1"/>
                </a:solidFill>
                <a:latin typeface="Arial"/>
                <a:ea typeface="Arial"/>
                <a:cs typeface="Arial"/>
                <a:sym typeface="Arial"/>
              </a:endParaRPr>
            </a:p>
            <a:p>
              <a:pPr indent="-90487" lvl="0" marL="4754563" marR="0" rtl="0" algn="ctr">
                <a:spcBef>
                  <a:spcPts val="0"/>
                </a:spcBef>
                <a:spcAft>
                  <a:spcPts val="0"/>
                </a:spcAft>
                <a:buNone/>
              </a:pPr>
              <a:r>
                <a:t/>
              </a:r>
              <a:endParaRPr b="1" i="0" sz="4800" u="none" cap="none" strike="noStrike">
                <a:solidFill>
                  <a:schemeClr val="lt1"/>
                </a:solidFill>
                <a:latin typeface="Arial"/>
                <a:ea typeface="Arial"/>
                <a:cs typeface="Arial"/>
                <a:sym typeface="Arial"/>
              </a:endParaRPr>
            </a:p>
            <a:p>
              <a:pPr indent="-90487" lvl="0" marL="4754563" marR="0" rtl="0" algn="ctr">
                <a:spcBef>
                  <a:spcPts val="0"/>
                </a:spcBef>
                <a:spcAft>
                  <a:spcPts val="0"/>
                </a:spcAft>
                <a:buNone/>
              </a:pPr>
              <a:r>
                <a:t/>
              </a:r>
              <a:endParaRPr b="1" i="0" sz="4800" u="none" cap="none" strike="noStrike">
                <a:solidFill>
                  <a:schemeClr val="lt1"/>
                </a:solidFill>
                <a:latin typeface="Arial"/>
                <a:ea typeface="Arial"/>
                <a:cs typeface="Arial"/>
                <a:sym typeface="Arial"/>
              </a:endParaRPr>
            </a:p>
          </p:txBody>
        </p:sp>
        <p:sp>
          <p:nvSpPr>
            <p:cNvPr id="91" name="Google Shape;91;p13"/>
            <p:cNvSpPr txBox="1"/>
            <p:nvPr/>
          </p:nvSpPr>
          <p:spPr>
            <a:xfrm>
              <a:off x="4671343" y="476448"/>
              <a:ext cx="33009300" cy="3291900"/>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7000">
                  <a:solidFill>
                    <a:schemeClr val="lt1"/>
                  </a:solidFill>
                </a:rPr>
                <a:t>Modeling the Effects of Tunneling on Major League Baseball</a:t>
              </a:r>
              <a:endParaRPr b="1" sz="7000">
                <a:solidFill>
                  <a:schemeClr val="lt1"/>
                </a:solidFill>
              </a:endParaRPr>
            </a:p>
            <a:p>
              <a:pPr indent="0" lvl="0" marL="0" marR="0" rtl="0" algn="ctr">
                <a:spcBef>
                  <a:spcPts val="0"/>
                </a:spcBef>
                <a:spcAft>
                  <a:spcPts val="0"/>
                </a:spcAft>
                <a:buNone/>
              </a:pPr>
              <a:r>
                <a:rPr b="1" lang="en-US" sz="7000">
                  <a:solidFill>
                    <a:schemeClr val="lt1"/>
                  </a:solidFill>
                </a:rPr>
                <a:t>Hitter Swing Decisions</a:t>
              </a:r>
              <a:endParaRPr b="1" sz="7000">
                <a:solidFill>
                  <a:schemeClr val="lt1"/>
                </a:solidFill>
              </a:endParaRPr>
            </a:p>
            <a:p>
              <a:pPr indent="0" lvl="0" marL="0" marR="0" rtl="0" algn="ctr">
                <a:spcBef>
                  <a:spcPts val="0"/>
                </a:spcBef>
                <a:spcAft>
                  <a:spcPts val="0"/>
                </a:spcAft>
                <a:buNone/>
              </a:pPr>
              <a:r>
                <a:rPr lang="en-US" sz="4800">
                  <a:solidFill>
                    <a:schemeClr val="lt1"/>
                  </a:solidFill>
                </a:rPr>
                <a:t>Damon Cawthon, California State University, Fullerton</a:t>
              </a:r>
              <a:endParaRPr/>
            </a:p>
            <a:p>
              <a:pPr indent="0" lvl="0" marL="0" marR="0" rtl="0" algn="ctr">
                <a:spcBef>
                  <a:spcPts val="0"/>
                </a:spcBef>
                <a:spcAft>
                  <a:spcPts val="0"/>
                </a:spcAft>
                <a:buNone/>
              </a:pPr>
              <a:r>
                <a:rPr b="0" i="0" lang="en-US" sz="4800" u="none" cap="none" strike="noStrike">
                  <a:solidFill>
                    <a:schemeClr val="lt1"/>
                  </a:solidFill>
                  <a:latin typeface="Arial"/>
                  <a:ea typeface="Arial"/>
                  <a:cs typeface="Arial"/>
                  <a:sym typeface="Arial"/>
                </a:rPr>
                <a:t>Dr. </a:t>
              </a:r>
              <a:r>
                <a:rPr lang="en-US" sz="4800">
                  <a:solidFill>
                    <a:schemeClr val="lt1"/>
                  </a:solidFill>
                </a:rPr>
                <a:t>Kevin Nichols</a:t>
              </a:r>
              <a:r>
                <a:rPr b="0" i="0" lang="en-US" sz="4800" u="none" cap="none" strike="noStrike">
                  <a:solidFill>
                    <a:schemeClr val="lt1"/>
                  </a:solidFill>
                  <a:latin typeface="Arial"/>
                  <a:ea typeface="Arial"/>
                  <a:cs typeface="Arial"/>
                  <a:sym typeface="Arial"/>
                </a:rPr>
                <a:t>, Department of </a:t>
              </a:r>
              <a:r>
                <a:rPr lang="en-US" sz="4800">
                  <a:solidFill>
                    <a:schemeClr val="lt1"/>
                  </a:solidFill>
                </a:rPr>
                <a:t>Natural Sciences and Mathematics</a:t>
              </a:r>
              <a:r>
                <a:rPr b="0" i="0" lang="en-US" sz="4800" u="none" cap="none" strike="noStrike">
                  <a:solidFill>
                    <a:schemeClr val="lt1"/>
                  </a:solidFill>
                  <a:latin typeface="Arial"/>
                  <a:ea typeface="Arial"/>
                  <a:cs typeface="Arial"/>
                  <a:sym typeface="Arial"/>
                </a:rPr>
                <a:t>, California State University, Fullerton</a:t>
              </a:r>
              <a:endParaRPr/>
            </a:p>
          </p:txBody>
        </p:sp>
      </p:grpSp>
      <p:grpSp>
        <p:nvGrpSpPr>
          <p:cNvPr id="92" name="Google Shape;92;p13"/>
          <p:cNvGrpSpPr/>
          <p:nvPr/>
        </p:nvGrpSpPr>
        <p:grpSpPr>
          <a:xfrm>
            <a:off x="202653" y="29643964"/>
            <a:ext cx="14435837" cy="3076229"/>
            <a:chOff x="374974" y="11853362"/>
            <a:chExt cx="14442791" cy="2742053"/>
          </a:xfrm>
        </p:grpSpPr>
        <p:sp>
          <p:nvSpPr>
            <p:cNvPr id="93" name="Google Shape;93;p13"/>
            <p:cNvSpPr txBox="1"/>
            <p:nvPr/>
          </p:nvSpPr>
          <p:spPr>
            <a:xfrm>
              <a:off x="374974" y="12702115"/>
              <a:ext cx="14442600" cy="1893300"/>
            </a:xfrm>
            <a:prstGeom prst="rect">
              <a:avLst/>
            </a:prstGeom>
            <a:noFill/>
            <a:ln>
              <a:noFill/>
            </a:ln>
          </p:spPr>
          <p:txBody>
            <a:bodyPr anchorCtr="0" anchor="t" bIns="45700" lIns="274300" spcFirstLastPara="1" rIns="274300" wrap="square" tIns="45700">
              <a:sp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rPr>
                <a:t>Can tunneling be proven as a real-time </a:t>
              </a:r>
              <a:r>
                <a:rPr lang="en-US" sz="3000">
                  <a:solidFill>
                    <a:schemeClr val="dk1"/>
                  </a:solidFill>
                </a:rPr>
                <a:t>result</a:t>
              </a:r>
              <a:r>
                <a:rPr lang="en-US" sz="3000">
                  <a:solidFill>
                    <a:schemeClr val="dk1"/>
                  </a:solidFill>
                </a:rPr>
                <a:t> of measured pitch trajectories?</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rPr>
                <a:t>Can we quantify tunneling as a measurable skill that pitchers can improve?</a:t>
              </a:r>
              <a:endParaRPr sz="3000">
                <a:solidFill>
                  <a:schemeClr val="dk1"/>
                </a:solidFill>
              </a:endParaRPr>
            </a:p>
            <a:p>
              <a:pPr indent="-457200" lvl="0" marL="457200" marR="0" rtl="0" algn="l">
                <a:spcBef>
                  <a:spcPts val="0"/>
                </a:spcBef>
                <a:spcAft>
                  <a:spcPts val="0"/>
                </a:spcAft>
                <a:buClr>
                  <a:schemeClr val="dk1"/>
                </a:buClr>
                <a:buSzPts val="3000"/>
                <a:buChar char="•"/>
              </a:pPr>
              <a:r>
                <a:rPr lang="en-US" sz="3000">
                  <a:solidFill>
                    <a:schemeClr val="dk1"/>
                  </a:solidFill>
                </a:rPr>
                <a:t>What factors go into tunneling to allow us to analyze what peripheral data can help a pitcher to improve their ability to tunnel?</a:t>
              </a:r>
              <a:endParaRPr sz="3000">
                <a:solidFill>
                  <a:schemeClr val="dk1"/>
                </a:solidFill>
              </a:endParaRPr>
            </a:p>
            <a:p>
              <a:pPr indent="-381000" lvl="0" marL="45720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94" name="Google Shape;94;p13"/>
            <p:cNvSpPr txBox="1"/>
            <p:nvPr/>
          </p:nvSpPr>
          <p:spPr>
            <a:xfrm>
              <a:off x="574065" y="11853362"/>
              <a:ext cx="14243700" cy="740700"/>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chemeClr val="lt1"/>
                  </a:solidFill>
                  <a:latin typeface="Arial"/>
                  <a:ea typeface="Arial"/>
                  <a:cs typeface="Arial"/>
                  <a:sym typeface="Arial"/>
                </a:rPr>
                <a:t>Objectives</a:t>
              </a:r>
              <a:endParaRPr b="1" i="0" sz="4800" u="none" cap="none" strike="noStrike">
                <a:solidFill>
                  <a:schemeClr val="dk1"/>
                </a:solidFill>
                <a:latin typeface="Arial"/>
                <a:ea typeface="Arial"/>
                <a:cs typeface="Arial"/>
                <a:sym typeface="Arial"/>
              </a:endParaRPr>
            </a:p>
          </p:txBody>
        </p:sp>
      </p:grpSp>
      <p:grpSp>
        <p:nvGrpSpPr>
          <p:cNvPr id="95" name="Google Shape;95;p13"/>
          <p:cNvGrpSpPr/>
          <p:nvPr/>
        </p:nvGrpSpPr>
        <p:grpSpPr>
          <a:xfrm>
            <a:off x="14889126" y="4714203"/>
            <a:ext cx="14240654" cy="2833089"/>
            <a:chOff x="432287" y="4365904"/>
            <a:chExt cx="13705567" cy="1530024"/>
          </a:xfrm>
        </p:grpSpPr>
        <p:sp>
          <p:nvSpPr>
            <p:cNvPr id="96" name="Google Shape;96;p13"/>
            <p:cNvSpPr txBox="1"/>
            <p:nvPr/>
          </p:nvSpPr>
          <p:spPr>
            <a:xfrm>
              <a:off x="432287" y="4848765"/>
              <a:ext cx="13700233" cy="1047163"/>
            </a:xfrm>
            <a:prstGeom prst="rect">
              <a:avLst/>
            </a:prstGeom>
            <a:noFill/>
            <a:ln>
              <a:noFill/>
            </a:ln>
          </p:spPr>
          <p:txBody>
            <a:bodyPr anchorCtr="0" anchor="t" bIns="45700" lIns="274300" spcFirstLastPara="1" rIns="274300" wrap="square" tIns="45700">
              <a:spAutoFit/>
            </a:bodyPr>
            <a:lstStyle/>
            <a:p>
              <a:pPr indent="0" lvl="0" marL="0" marR="0" rtl="0" algn="l">
                <a:spcBef>
                  <a:spcPts val="0"/>
                </a:spcBef>
                <a:spcAft>
                  <a:spcPts val="0"/>
                </a:spcAft>
                <a:buNone/>
              </a:pPr>
              <a:r>
                <a:t/>
              </a:r>
              <a:endParaRPr b="0" i="0" sz="3000" u="none" cap="none" strike="noStrike">
                <a:solidFill>
                  <a:schemeClr val="dk1"/>
                </a:solidFill>
                <a:latin typeface="Arial"/>
                <a:ea typeface="Arial"/>
                <a:cs typeface="Arial"/>
                <a:sym typeface="Arial"/>
              </a:endParaRPr>
            </a:p>
            <a:p>
              <a:pPr indent="-266700" lvl="0" marL="457200" marR="0" rtl="0" algn="l">
                <a:spcBef>
                  <a:spcPts val="0"/>
                </a:spcBef>
                <a:spcAft>
                  <a:spcPts val="0"/>
                </a:spcAft>
                <a:buClr>
                  <a:schemeClr val="dk1"/>
                </a:buClr>
                <a:buSzPts val="3000"/>
                <a:buFont typeface="Arial"/>
                <a:buNone/>
              </a:pPr>
              <a:r>
                <a:t/>
              </a:r>
              <a:endParaRPr b="0" i="0" sz="30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3000" u="none" cap="none" strike="noStrike">
                <a:solidFill>
                  <a:schemeClr val="dk1"/>
                </a:solidFill>
                <a:latin typeface="Arial"/>
                <a:ea typeface="Arial"/>
                <a:cs typeface="Arial"/>
                <a:sym typeface="Arial"/>
              </a:endParaRPr>
            </a:p>
            <a:p>
              <a:pPr indent="-266700" lvl="0" marL="457200" marR="0" rtl="0" algn="l">
                <a:spcBef>
                  <a:spcPts val="0"/>
                </a:spcBef>
                <a:spcAft>
                  <a:spcPts val="0"/>
                </a:spcAft>
                <a:buClr>
                  <a:schemeClr val="dk1"/>
                </a:buClr>
                <a:buSzPts val="3000"/>
                <a:buFont typeface="Arial"/>
                <a:buNone/>
              </a:pPr>
              <a:r>
                <a:t/>
              </a:r>
              <a:endParaRPr b="0" i="0" sz="3000" u="none" cap="none" strike="noStrike">
                <a:solidFill>
                  <a:schemeClr val="dk1"/>
                </a:solidFill>
                <a:latin typeface="Arial"/>
                <a:ea typeface="Arial"/>
                <a:cs typeface="Arial"/>
                <a:sym typeface="Arial"/>
              </a:endParaRPr>
            </a:p>
          </p:txBody>
        </p:sp>
        <p:sp>
          <p:nvSpPr>
            <p:cNvPr id="97" name="Google Shape;97;p13"/>
            <p:cNvSpPr txBox="1"/>
            <p:nvPr/>
          </p:nvSpPr>
          <p:spPr>
            <a:xfrm>
              <a:off x="437621" y="4365904"/>
              <a:ext cx="13700233" cy="448784"/>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chemeClr val="lt1"/>
                  </a:solidFill>
                  <a:latin typeface="Arial"/>
                  <a:ea typeface="Arial"/>
                  <a:cs typeface="Arial"/>
                  <a:sym typeface="Arial"/>
                </a:rPr>
                <a:t>Methods</a:t>
              </a:r>
              <a:endParaRPr/>
            </a:p>
          </p:txBody>
        </p:sp>
      </p:grpSp>
      <p:grpSp>
        <p:nvGrpSpPr>
          <p:cNvPr id="98" name="Google Shape;98;p13"/>
          <p:cNvGrpSpPr/>
          <p:nvPr/>
        </p:nvGrpSpPr>
        <p:grpSpPr>
          <a:xfrm>
            <a:off x="29349302" y="30172900"/>
            <a:ext cx="14240085" cy="2279556"/>
            <a:chOff x="432287" y="4365904"/>
            <a:chExt cx="13705568" cy="1231061"/>
          </a:xfrm>
        </p:grpSpPr>
        <p:sp>
          <p:nvSpPr>
            <p:cNvPr id="99" name="Google Shape;99;p13"/>
            <p:cNvSpPr txBox="1"/>
            <p:nvPr/>
          </p:nvSpPr>
          <p:spPr>
            <a:xfrm>
              <a:off x="432287" y="4848765"/>
              <a:ext cx="13700100" cy="748200"/>
            </a:xfrm>
            <a:prstGeom prst="rect">
              <a:avLst/>
            </a:prstGeom>
            <a:noFill/>
            <a:ln>
              <a:noFill/>
            </a:ln>
          </p:spPr>
          <p:txBody>
            <a:bodyPr anchorCtr="0" anchor="t" bIns="45700" lIns="274300" spcFirstLastPara="1" rIns="274300" wrap="square" tIns="45700">
              <a:spAutoFit/>
            </a:bodyPr>
            <a:lstStyle/>
            <a:p>
              <a:pPr indent="-444500" lvl="0" marL="457200" marR="0" rtl="0" algn="l">
                <a:spcBef>
                  <a:spcPts val="0"/>
                </a:spcBef>
                <a:spcAft>
                  <a:spcPts val="0"/>
                </a:spcAft>
                <a:buClr>
                  <a:schemeClr val="dk1"/>
                </a:buClr>
                <a:buSzPts val="2800"/>
                <a:buFont typeface="Arial"/>
                <a:buChar char="•"/>
              </a:pPr>
              <a:r>
                <a:rPr lang="en-US" sz="2800">
                  <a:solidFill>
                    <a:schemeClr val="dk1"/>
                  </a:solidFill>
                </a:rPr>
                <a:t>Dr. Kevin Nichols</a:t>
              </a:r>
              <a:endParaRPr sz="2800"/>
            </a:p>
            <a:p>
              <a:pPr indent="-444500" lvl="0" marL="457200" marR="0" rtl="0" algn="l">
                <a:spcBef>
                  <a:spcPts val="0"/>
                </a:spcBef>
                <a:spcAft>
                  <a:spcPts val="0"/>
                </a:spcAft>
                <a:buClr>
                  <a:schemeClr val="dk1"/>
                </a:buClr>
                <a:buSzPts val="2800"/>
                <a:buFont typeface="Arial"/>
                <a:buChar char="•"/>
              </a:pPr>
              <a:r>
                <a:rPr lang="en-US" sz="2800">
                  <a:solidFill>
                    <a:schemeClr val="dk1"/>
                  </a:solidFill>
                </a:rPr>
                <a:t>Titan Supercomputing Center Summer Research Program</a:t>
              </a:r>
              <a:r>
                <a:rPr b="0" i="0" lang="en-US" sz="2800" u="none" cap="none" strike="noStrike">
                  <a:solidFill>
                    <a:schemeClr val="dk1"/>
                  </a:solidFill>
                  <a:latin typeface="Arial"/>
                  <a:ea typeface="Arial"/>
                  <a:cs typeface="Arial"/>
                  <a:sym typeface="Arial"/>
                </a:rPr>
                <a:t> </a:t>
              </a:r>
              <a:endParaRPr sz="2800">
                <a:solidFill>
                  <a:schemeClr val="dk1"/>
                </a:solidFill>
              </a:endParaRPr>
            </a:p>
            <a:p>
              <a:pPr indent="-444500" lvl="0" marL="457200" marR="0" rtl="0" algn="l">
                <a:spcBef>
                  <a:spcPts val="0"/>
                </a:spcBef>
                <a:spcAft>
                  <a:spcPts val="0"/>
                </a:spcAft>
                <a:buClr>
                  <a:schemeClr val="dk1"/>
                </a:buClr>
                <a:buSzPts val="2800"/>
                <a:buChar char="•"/>
              </a:pPr>
              <a:r>
                <a:rPr lang="en-US" sz="2800">
                  <a:solidFill>
                    <a:schemeClr val="dk1"/>
                  </a:solidFill>
                </a:rPr>
                <a:t>Scott Jewett Fund for Innovation and Student Success.</a:t>
              </a:r>
              <a:endParaRPr sz="2800">
                <a:solidFill>
                  <a:schemeClr val="dk1"/>
                </a:solidFill>
              </a:endParaRPr>
            </a:p>
          </p:txBody>
        </p:sp>
        <p:sp>
          <p:nvSpPr>
            <p:cNvPr id="100" name="Google Shape;100;p13"/>
            <p:cNvSpPr txBox="1"/>
            <p:nvPr/>
          </p:nvSpPr>
          <p:spPr>
            <a:xfrm>
              <a:off x="437621" y="4365904"/>
              <a:ext cx="13700234" cy="448784"/>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chemeClr val="lt1"/>
                  </a:solidFill>
                  <a:latin typeface="Arial"/>
                  <a:ea typeface="Arial"/>
                  <a:cs typeface="Arial"/>
                  <a:sym typeface="Arial"/>
                </a:rPr>
                <a:t>Acknowledgements</a:t>
              </a:r>
              <a:endParaRPr/>
            </a:p>
          </p:txBody>
        </p:sp>
      </p:grpSp>
      <p:pic>
        <p:nvPicPr>
          <p:cNvPr descr="A picture containing font, text, graphics, typography&#10;&#10;Description automatically generated" id="101" name="Google Shape;101;p13"/>
          <p:cNvPicPr preferRelativeResize="0"/>
          <p:nvPr/>
        </p:nvPicPr>
        <p:blipFill rotWithShape="1">
          <a:blip r:embed="rId3">
            <a:alphaModFix/>
          </a:blip>
          <a:srcRect b="0" l="0" r="0" t="0"/>
          <a:stretch/>
        </p:blipFill>
        <p:spPr>
          <a:xfrm>
            <a:off x="39161068" y="309067"/>
            <a:ext cx="4223714" cy="2181479"/>
          </a:xfrm>
          <a:prstGeom prst="rect">
            <a:avLst/>
          </a:prstGeom>
          <a:noFill/>
          <a:ln>
            <a:noFill/>
          </a:ln>
        </p:spPr>
      </p:pic>
      <p:sp>
        <p:nvSpPr>
          <p:cNvPr id="102" name="Google Shape;102;p13"/>
          <p:cNvSpPr txBox="1"/>
          <p:nvPr/>
        </p:nvSpPr>
        <p:spPr>
          <a:xfrm>
            <a:off x="15018525" y="5675525"/>
            <a:ext cx="14110800" cy="21795600"/>
          </a:xfrm>
          <a:prstGeom prst="rect">
            <a:avLst/>
          </a:prstGeom>
          <a:noFill/>
          <a:ln>
            <a:noFill/>
          </a:ln>
        </p:spPr>
        <p:txBody>
          <a:bodyPr anchorCtr="0" anchor="t" bIns="45700" lIns="91425" spcFirstLastPara="1" rIns="91425" wrap="square" tIns="45700">
            <a:spAutoFit/>
          </a:bodyPr>
          <a:lstStyle/>
          <a:p>
            <a:pPr indent="-514350" lvl="0" marL="514350" marR="0" rtl="0" algn="l">
              <a:spcBef>
                <a:spcPts val="0"/>
              </a:spcBef>
              <a:spcAft>
                <a:spcPts val="0"/>
              </a:spcAft>
              <a:buClr>
                <a:schemeClr val="dk1"/>
              </a:buClr>
              <a:buSzPts val="3000"/>
              <a:buFont typeface="Calibri"/>
              <a:buAutoNum type="arabicParenR"/>
            </a:pPr>
            <a:r>
              <a:rPr lang="en-US" sz="3000">
                <a:solidFill>
                  <a:schemeClr val="dk1"/>
                </a:solidFill>
              </a:rPr>
              <a:t>G</a:t>
            </a:r>
            <a:r>
              <a:rPr lang="en-US" sz="3000">
                <a:solidFill>
                  <a:schemeClr val="dk1"/>
                </a:solidFill>
              </a:rPr>
              <a:t>athering pitch characteristic data and trajectories to isolate pitch effectiveness to tunneling effects. Sourced from MLB Statcast.</a:t>
            </a:r>
            <a:endParaRPr sz="3000">
              <a:solidFill>
                <a:schemeClr val="dk1"/>
              </a:solidFill>
              <a:latin typeface="Arial"/>
              <a:ea typeface="Arial"/>
              <a:cs typeface="Arial"/>
              <a:sym typeface="Arial"/>
            </a:endParaRPr>
          </a:p>
          <a:p>
            <a:pPr indent="-514350" lvl="0" marL="514350" marR="0" rtl="0" algn="l">
              <a:spcBef>
                <a:spcPts val="0"/>
              </a:spcBef>
              <a:spcAft>
                <a:spcPts val="0"/>
              </a:spcAft>
              <a:buClr>
                <a:schemeClr val="dk1"/>
              </a:buClr>
              <a:buSzPts val="3000"/>
              <a:buFont typeface="Calibri"/>
              <a:buAutoNum type="arabicParenR"/>
            </a:pPr>
            <a:r>
              <a:rPr lang="en-US" sz="3000">
                <a:solidFill>
                  <a:schemeClr val="dk1"/>
                </a:solidFill>
              </a:rPr>
              <a:t>Calculate pitch trajectories using 9-parameters given in data.</a:t>
            </a:r>
            <a:endParaRPr/>
          </a:p>
          <a:p>
            <a:pPr indent="-514350" lvl="0" marL="514350" marR="0" rtl="0" algn="l">
              <a:spcBef>
                <a:spcPts val="0"/>
              </a:spcBef>
              <a:spcAft>
                <a:spcPts val="0"/>
              </a:spcAft>
              <a:buClr>
                <a:schemeClr val="dk1"/>
              </a:buClr>
              <a:buSzPts val="3000"/>
              <a:buFont typeface="Calibri"/>
              <a:buAutoNum type="arabicParenR"/>
            </a:pPr>
            <a:r>
              <a:rPr lang="en-US" sz="3000">
                <a:solidFill>
                  <a:schemeClr val="dk1"/>
                </a:solidFill>
              </a:rPr>
              <a:t>Compare pitch trajectories by creating a lattice between the two pitch trajectories, measuring 3d space distance between two points on each trajectory at or before the hitter’s reaction point at 200 timestamps per pitch. This results in a value called </a:t>
            </a:r>
            <a:r>
              <a:rPr b="1" lang="en-US" sz="3000">
                <a:solidFill>
                  <a:schemeClr val="accent2"/>
                </a:solidFill>
              </a:rPr>
              <a:t>Path to Location Ratio</a:t>
            </a:r>
            <a:endParaRPr b="1" sz="3000">
              <a:solidFill>
                <a:schemeClr val="accent2"/>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rPr lang="en-US" sz="3000">
                <a:solidFill>
                  <a:schemeClr val="dk1"/>
                </a:solidFill>
              </a:rPr>
              <a:t>4)  Model the value of a hitter’s swing decision on a per pitch basis. This is done using lightgbm modeling, taking 26 variables (pitch movement, pitch release point, pitch location, pitch spin characteristics,handedness), which are all independent of previous pitch. 7 individual models are run for binary classification on all possible outcomes from a pitch. These models are optimized using 30 rounds of Bayesian Optimization and run on the past 3 seasons of MLB pitch data. The model was able to predict the outcome of a pitch based on just the pitches characteristics 63.76% of the time, in addition to run value RMSE performing well. When comparing actual versus predicted swing decision run value, we get </a:t>
            </a:r>
            <a:r>
              <a:rPr b="1" lang="en-US" sz="3000">
                <a:solidFill>
                  <a:schemeClr val="accent2"/>
                </a:solidFill>
              </a:rPr>
              <a:t>Swing Decision RV </a:t>
            </a:r>
            <a:r>
              <a:rPr lang="en-US" sz="3000">
                <a:solidFill>
                  <a:schemeClr val="dk1"/>
                </a:solidFill>
              </a:rPr>
              <a:t>which isolates a hitter’s swing decision value to be independent of pitch effectiveness, isolating for tunneling.</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t/>
            </a:r>
            <a:endParaRPr sz="3000">
              <a:solidFill>
                <a:schemeClr val="dk1"/>
              </a:solidFill>
            </a:endParaRPr>
          </a:p>
          <a:p>
            <a:pPr indent="0" lvl="0" marL="0" marR="0" rtl="0" algn="l">
              <a:spcBef>
                <a:spcPts val="0"/>
              </a:spcBef>
              <a:spcAft>
                <a:spcPts val="0"/>
              </a:spcAft>
              <a:buNone/>
            </a:pPr>
            <a:r>
              <a:rPr lang="en-US" sz="3000">
                <a:solidFill>
                  <a:schemeClr val="dk1"/>
                </a:solidFill>
              </a:rPr>
              <a:t>5)   Repurposed swing/no swing prediction model from swing decision cluster to create a </a:t>
            </a:r>
            <a:r>
              <a:rPr b="1" lang="en-US" sz="3000">
                <a:solidFill>
                  <a:schemeClr val="accent2"/>
                </a:solidFill>
              </a:rPr>
              <a:t>Chase Above Expected</a:t>
            </a:r>
            <a:r>
              <a:rPr lang="en-US" sz="3000">
                <a:solidFill>
                  <a:schemeClr val="accent2"/>
                </a:solidFill>
              </a:rPr>
              <a:t> </a:t>
            </a:r>
            <a:r>
              <a:rPr lang="en-US" sz="3000">
                <a:solidFill>
                  <a:schemeClr val="dk1"/>
                </a:solidFill>
              </a:rPr>
              <a:t>metric, representing the predicted likelihood of a hitter chasing. Applied this to all pitches outside the strike zone.</a:t>
            </a:r>
            <a:endParaRPr sz="3000">
              <a:solidFill>
                <a:schemeClr val="dk1"/>
              </a:solidFill>
            </a:endParaRPr>
          </a:p>
          <a:p>
            <a:pPr indent="0" lvl="0" marL="0" marR="0" rtl="0" algn="l">
              <a:spcBef>
                <a:spcPts val="0"/>
              </a:spcBef>
              <a:spcAft>
                <a:spcPts val="0"/>
              </a:spcAft>
              <a:buNone/>
            </a:pPr>
            <a:r>
              <a:rPr lang="en-US" sz="3000">
                <a:solidFill>
                  <a:schemeClr val="dk1"/>
                </a:solidFill>
              </a:rPr>
              <a:t>6)  Model x, y, and z weights in Path to Location Ratio calculation to maximize r</a:t>
            </a:r>
            <a:r>
              <a:rPr baseline="30000" lang="en-US" sz="3000">
                <a:solidFill>
                  <a:schemeClr val="dk1"/>
                </a:solidFill>
              </a:rPr>
              <a:t>2</a:t>
            </a:r>
            <a:r>
              <a:rPr lang="en-US" sz="3000">
                <a:solidFill>
                  <a:schemeClr val="dk1"/>
                </a:solidFill>
              </a:rPr>
              <a:t> value with Swing Decision Run Value, attempting to compensate for a hitter’s inability to perceive depth of a pitch.</a:t>
            </a:r>
            <a:endParaRPr sz="3000">
              <a:solidFill>
                <a:schemeClr val="dk1"/>
              </a:solidFill>
            </a:endParaRPr>
          </a:p>
          <a:p>
            <a:pPr indent="0" lvl="0" marL="0" marR="0" rtl="0" algn="l">
              <a:spcBef>
                <a:spcPts val="0"/>
              </a:spcBef>
              <a:spcAft>
                <a:spcPts val="0"/>
              </a:spcAft>
              <a:buNone/>
            </a:pPr>
            <a:r>
              <a:rPr lang="en-US" sz="3000">
                <a:solidFill>
                  <a:schemeClr val="dk1"/>
                </a:solidFill>
              </a:rPr>
              <a:t>7)  Observe results, compare Path to Location Ratio to different targets to understand where this calculation can be useful.</a:t>
            </a:r>
            <a:endParaRPr sz="3000">
              <a:solidFill>
                <a:schemeClr val="dk1"/>
              </a:solidFill>
            </a:endParaRPr>
          </a:p>
          <a:p>
            <a:pPr indent="0" lvl="0" marL="0" marR="0" rtl="0" algn="l">
              <a:spcBef>
                <a:spcPts val="0"/>
              </a:spcBef>
              <a:spcAft>
                <a:spcPts val="0"/>
              </a:spcAft>
              <a:buNone/>
            </a:pPr>
            <a:r>
              <a:t/>
            </a:r>
            <a:endParaRPr sz="3000">
              <a:solidFill>
                <a:schemeClr val="dk1"/>
              </a:solidFill>
              <a:latin typeface="Arial"/>
              <a:ea typeface="Arial"/>
              <a:cs typeface="Arial"/>
              <a:sym typeface="Arial"/>
            </a:endParaRPr>
          </a:p>
          <a:p>
            <a:pPr indent="0" lvl="0" marL="0" marR="0" rtl="0" algn="l">
              <a:spcBef>
                <a:spcPts val="0"/>
              </a:spcBef>
              <a:spcAft>
                <a:spcPts val="0"/>
              </a:spcAft>
              <a:buNone/>
            </a:pPr>
            <a:r>
              <a:t/>
            </a:r>
            <a:endParaRPr b="1" sz="3000">
              <a:solidFill>
                <a:schemeClr val="dk1"/>
              </a:solidFill>
              <a:latin typeface="Arial"/>
              <a:ea typeface="Arial"/>
              <a:cs typeface="Arial"/>
              <a:sym typeface="Arial"/>
            </a:endParaRPr>
          </a:p>
        </p:txBody>
      </p:sp>
      <p:grpSp>
        <p:nvGrpSpPr>
          <p:cNvPr id="103" name="Google Shape;103;p13"/>
          <p:cNvGrpSpPr/>
          <p:nvPr/>
        </p:nvGrpSpPr>
        <p:grpSpPr>
          <a:xfrm>
            <a:off x="182580" y="4717424"/>
            <a:ext cx="14613615" cy="8131011"/>
            <a:chOff x="161023" y="4741706"/>
            <a:chExt cx="14613615" cy="8131011"/>
          </a:xfrm>
        </p:grpSpPr>
        <p:grpSp>
          <p:nvGrpSpPr>
            <p:cNvPr id="104" name="Google Shape;104;p13"/>
            <p:cNvGrpSpPr/>
            <p:nvPr/>
          </p:nvGrpSpPr>
          <p:grpSpPr>
            <a:xfrm>
              <a:off x="161023" y="4741706"/>
              <a:ext cx="14613615" cy="2506103"/>
              <a:chOff x="182273" y="4365904"/>
              <a:chExt cx="13955581" cy="1353434"/>
            </a:xfrm>
          </p:grpSpPr>
          <p:sp>
            <p:nvSpPr>
              <p:cNvPr id="105" name="Google Shape;105;p13"/>
              <p:cNvSpPr txBox="1"/>
              <p:nvPr/>
            </p:nvSpPr>
            <p:spPr>
              <a:xfrm>
                <a:off x="182273" y="4921338"/>
                <a:ext cx="13700100" cy="798000"/>
              </a:xfrm>
              <a:prstGeom prst="rect">
                <a:avLst/>
              </a:prstGeom>
              <a:noFill/>
              <a:ln>
                <a:noFill/>
              </a:ln>
            </p:spPr>
            <p:txBody>
              <a:bodyPr anchorCtr="0" anchor="t" bIns="45700" lIns="274300" spcFirstLastPara="1" rIns="274300" wrap="square" tIns="45700">
                <a:spAutoFit/>
              </a:bodyPr>
              <a:lstStyle/>
              <a:p>
                <a:pPr indent="0" lvl="0" marL="0" marR="0" rtl="0" algn="l">
                  <a:spcBef>
                    <a:spcPts val="0"/>
                  </a:spcBef>
                  <a:spcAft>
                    <a:spcPts val="0"/>
                  </a:spcAft>
                  <a:buNone/>
                </a:pPr>
                <a:r>
                  <a:rPr lang="en-US" sz="3000">
                    <a:solidFill>
                      <a:schemeClr val="dk1"/>
                    </a:solidFill>
                  </a:rPr>
                  <a:t>“Tunneling” is the act of making two pitches look similar during their flight, before darting in separate directions with the intention of coaxing a hitter into swinging at a non-optimal pitch.</a:t>
                </a:r>
                <a:endParaRPr/>
              </a:p>
            </p:txBody>
          </p:sp>
          <p:sp>
            <p:nvSpPr>
              <p:cNvPr id="106" name="Google Shape;106;p13"/>
              <p:cNvSpPr txBox="1"/>
              <p:nvPr/>
            </p:nvSpPr>
            <p:spPr>
              <a:xfrm>
                <a:off x="352304" y="4365904"/>
                <a:ext cx="13785550" cy="448784"/>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u="none">
                    <a:solidFill>
                      <a:schemeClr val="lt1"/>
                    </a:solidFill>
                    <a:latin typeface="Arial"/>
                    <a:ea typeface="Arial"/>
                    <a:cs typeface="Arial"/>
                    <a:sym typeface="Arial"/>
                  </a:rPr>
                  <a:t>Background</a:t>
                </a:r>
                <a:endParaRPr/>
              </a:p>
            </p:txBody>
          </p:sp>
        </p:grpSp>
        <p:sp>
          <p:nvSpPr>
            <p:cNvPr id="107" name="Google Shape;107;p13"/>
            <p:cNvSpPr txBox="1"/>
            <p:nvPr/>
          </p:nvSpPr>
          <p:spPr>
            <a:xfrm>
              <a:off x="339084" y="7239017"/>
              <a:ext cx="4896900" cy="563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Figure </a:t>
              </a:r>
              <a:r>
                <a:rPr b="1" lang="en-US" sz="3000">
                  <a:solidFill>
                    <a:schemeClr val="dk1"/>
                  </a:solidFill>
                </a:rPr>
                <a:t>1</a:t>
              </a:r>
              <a:r>
                <a:rPr b="1" lang="en-US" sz="3000">
                  <a:solidFill>
                    <a:schemeClr val="dk1"/>
                  </a:solidFill>
                  <a:latin typeface="Arial"/>
                  <a:ea typeface="Arial"/>
                  <a:cs typeface="Arial"/>
                  <a:sym typeface="Arial"/>
                </a:rPr>
                <a:t>. </a:t>
              </a:r>
              <a:r>
                <a:rPr b="1" baseline="30000" lang="en-US" sz="3000">
                  <a:solidFill>
                    <a:schemeClr val="dk1"/>
                  </a:solidFill>
                </a:rPr>
                <a:t>[1]</a:t>
              </a:r>
              <a:endParaRPr baseline="30000"/>
            </a:p>
            <a:p>
              <a:pPr indent="0" lvl="0" marL="0" marR="0" rtl="0" algn="l">
                <a:spcBef>
                  <a:spcPts val="0"/>
                </a:spcBef>
                <a:spcAft>
                  <a:spcPts val="0"/>
                </a:spcAft>
                <a:buNone/>
              </a:pPr>
              <a:r>
                <a:rPr lang="en-US" sz="3000">
                  <a:solidFill>
                    <a:schemeClr val="dk1"/>
                  </a:solidFill>
                </a:rPr>
                <a:t>This image attempts to show the phenomenon, demonstrating what causes a hitter to make a poor “swing decision”. When 2 or more pitches look the same for a majority of each ball’s flight, it’s clear that this can make a hitter have trouble predicting where the ball is going to cross the plate.</a:t>
              </a:r>
              <a:endParaRPr/>
            </a:p>
          </p:txBody>
        </p:sp>
      </p:grpSp>
      <p:grpSp>
        <p:nvGrpSpPr>
          <p:cNvPr id="108" name="Google Shape;108;p13"/>
          <p:cNvGrpSpPr/>
          <p:nvPr/>
        </p:nvGrpSpPr>
        <p:grpSpPr>
          <a:xfrm>
            <a:off x="29245371" y="27028892"/>
            <a:ext cx="14290352" cy="3308713"/>
            <a:chOff x="29309899" y="21984086"/>
            <a:chExt cx="14290352" cy="3308713"/>
          </a:xfrm>
        </p:grpSpPr>
        <p:sp>
          <p:nvSpPr>
            <p:cNvPr id="109" name="Google Shape;109;p13"/>
            <p:cNvSpPr txBox="1"/>
            <p:nvPr/>
          </p:nvSpPr>
          <p:spPr>
            <a:xfrm>
              <a:off x="29309899" y="21984086"/>
              <a:ext cx="14235113" cy="830996"/>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u="none">
                  <a:solidFill>
                    <a:schemeClr val="lt1"/>
                  </a:solidFill>
                  <a:latin typeface="Arial"/>
                  <a:ea typeface="Arial"/>
                  <a:cs typeface="Arial"/>
                  <a:sym typeface="Arial"/>
                </a:rPr>
                <a:t>References</a:t>
              </a:r>
              <a:endParaRPr/>
            </a:p>
          </p:txBody>
        </p:sp>
        <p:sp>
          <p:nvSpPr>
            <p:cNvPr id="110" name="Google Shape;110;p13"/>
            <p:cNvSpPr txBox="1"/>
            <p:nvPr/>
          </p:nvSpPr>
          <p:spPr>
            <a:xfrm>
              <a:off x="29409951" y="22891599"/>
              <a:ext cx="14190300" cy="240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rPr>
                <a:t>1. J. Schwarz; Birds on the Black</a:t>
              </a:r>
              <a:endParaRPr sz="3000">
                <a:solidFill>
                  <a:schemeClr val="dk1"/>
                </a:solidFill>
              </a:endParaRPr>
            </a:p>
            <a:p>
              <a:pPr indent="0" lvl="0" marL="0" marR="0" rtl="0" algn="l">
                <a:spcBef>
                  <a:spcPts val="0"/>
                </a:spcBef>
                <a:spcAft>
                  <a:spcPts val="0"/>
                </a:spcAft>
                <a:buNone/>
              </a:pPr>
              <a:r>
                <a:rPr lang="en-US" sz="3000">
                  <a:solidFill>
                    <a:schemeClr val="dk1"/>
                  </a:solidFill>
                </a:rPr>
                <a:t>    2018; DOI: 10.birdsontheblack/pitch-tunneling-101</a:t>
              </a:r>
              <a:endParaRPr sz="3000">
                <a:solidFill>
                  <a:schemeClr val="dk1"/>
                </a:solidFill>
              </a:endParaRPr>
            </a:p>
            <a:p>
              <a:pPr indent="0" lvl="0" marL="0" rtl="0" algn="l">
                <a:spcBef>
                  <a:spcPts val="0"/>
                </a:spcBef>
                <a:spcAft>
                  <a:spcPts val="0"/>
                </a:spcAft>
                <a:buNone/>
              </a:pPr>
              <a:r>
                <a:rPr lang="en-US" sz="3000">
                  <a:solidFill>
                    <a:schemeClr val="dk1"/>
                  </a:solidFill>
                </a:rPr>
                <a:t>2. </a:t>
              </a:r>
              <a:r>
                <a:rPr lang="en-US" sz="3000">
                  <a:solidFill>
                    <a:schemeClr val="dk1"/>
                  </a:solidFill>
                </a:rPr>
                <a:t>E. Rendon, E. Emery, W. Sugar, T. Alexander; Prospects Live 2022; DOI:	10.prospectslive/the-mystic-art-of-pitch-tunneling</a:t>
              </a:r>
              <a:endParaRPr sz="3000">
                <a:solidFill>
                  <a:schemeClr val="dk1"/>
                </a:solidFill>
              </a:endParaRPr>
            </a:p>
            <a:p>
              <a:pPr indent="0" lvl="0" marL="0" marR="0" rtl="0" algn="l">
                <a:spcBef>
                  <a:spcPts val="0"/>
                </a:spcBef>
                <a:spcAft>
                  <a:spcPts val="0"/>
                </a:spcAft>
                <a:buNone/>
              </a:pPr>
              <a:r>
                <a:t/>
              </a:r>
              <a:endParaRPr sz="3000">
                <a:solidFill>
                  <a:schemeClr val="dk1"/>
                </a:solidFill>
                <a:latin typeface="Arial"/>
                <a:ea typeface="Arial"/>
                <a:cs typeface="Arial"/>
                <a:sym typeface="Arial"/>
              </a:endParaRPr>
            </a:p>
          </p:txBody>
        </p:sp>
      </p:grpSp>
      <p:pic>
        <p:nvPicPr>
          <p:cNvPr id="111" name="Google Shape;111;p13" title="Tunneling example.jpg"/>
          <p:cNvPicPr preferRelativeResize="0"/>
          <p:nvPr/>
        </p:nvPicPr>
        <p:blipFill>
          <a:blip r:embed="rId4">
            <a:alphaModFix/>
          </a:blip>
          <a:stretch>
            <a:fillRect/>
          </a:stretch>
        </p:blipFill>
        <p:spPr>
          <a:xfrm>
            <a:off x="5847880" y="7641963"/>
            <a:ext cx="8350845" cy="4693175"/>
          </a:xfrm>
          <a:prstGeom prst="rect">
            <a:avLst/>
          </a:prstGeom>
          <a:noFill/>
          <a:ln>
            <a:noFill/>
          </a:ln>
        </p:spPr>
      </p:pic>
      <p:sp>
        <p:nvSpPr>
          <p:cNvPr id="112" name="Google Shape;112;p13"/>
          <p:cNvSpPr txBox="1"/>
          <p:nvPr/>
        </p:nvSpPr>
        <p:spPr>
          <a:xfrm>
            <a:off x="485666" y="13054893"/>
            <a:ext cx="136575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rPr>
              <a:t>To this point, the most complete proof of how to quantify tunneling is constrained to only how a pitch moves in space due to spin (i.e. 7 inches of left horizontal movement, 15 inches of upward vertical movement).</a:t>
            </a:r>
            <a:endParaRPr/>
          </a:p>
        </p:txBody>
      </p:sp>
      <p:sp>
        <p:nvSpPr>
          <p:cNvPr id="113" name="Google Shape;113;p13"/>
          <p:cNvSpPr txBox="1"/>
          <p:nvPr/>
        </p:nvSpPr>
        <p:spPr>
          <a:xfrm>
            <a:off x="485675" y="14590127"/>
            <a:ext cx="5186100" cy="609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Figure </a:t>
            </a:r>
            <a:r>
              <a:rPr b="1" lang="en-US" sz="3000">
                <a:solidFill>
                  <a:schemeClr val="dk1"/>
                </a:solidFill>
              </a:rPr>
              <a:t>2</a:t>
            </a:r>
            <a:r>
              <a:rPr b="1" lang="en-US" sz="3000">
                <a:solidFill>
                  <a:schemeClr val="dk1"/>
                </a:solidFill>
                <a:latin typeface="Arial"/>
                <a:ea typeface="Arial"/>
                <a:cs typeface="Arial"/>
                <a:sym typeface="Arial"/>
              </a:rPr>
              <a:t>. </a:t>
            </a:r>
            <a:r>
              <a:rPr b="1" baseline="30000" lang="en-US" sz="3000">
                <a:solidFill>
                  <a:schemeClr val="dk1"/>
                </a:solidFill>
                <a:latin typeface="Arial"/>
                <a:ea typeface="Arial"/>
                <a:cs typeface="Arial"/>
                <a:sym typeface="Arial"/>
              </a:rPr>
              <a:t>[2]</a:t>
            </a:r>
            <a:endParaRPr baseline="30000"/>
          </a:p>
          <a:p>
            <a:pPr indent="0" lvl="0" marL="0" marR="0" rtl="0" algn="l">
              <a:spcBef>
                <a:spcPts val="0"/>
              </a:spcBef>
              <a:spcAft>
                <a:spcPts val="0"/>
              </a:spcAft>
              <a:buNone/>
            </a:pPr>
            <a:r>
              <a:rPr lang="en-US" sz="3000">
                <a:solidFill>
                  <a:schemeClr val="dk1"/>
                </a:solidFill>
              </a:rPr>
              <a:t>This graph shows the vertical movement difference of a fastball and slider compared to chase percent, or the percentage of out-of-zone pitches that are swung at. The graph loosely trends towards showing there is an optimal range of movement difference that maximizes the chase percentage of a pitch compared to a fastball.</a:t>
            </a:r>
            <a:endParaRPr/>
          </a:p>
        </p:txBody>
      </p:sp>
      <p:sp>
        <p:nvSpPr>
          <p:cNvPr id="114" name="Google Shape;114;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p>
        </p:txBody>
      </p:sp>
      <p:pic>
        <p:nvPicPr>
          <p:cNvPr id="115" name="Google Shape;115;p13" title="Screenshot 2025-09-15 at 1.04.17 PM.png"/>
          <p:cNvPicPr preferRelativeResize="0"/>
          <p:nvPr/>
        </p:nvPicPr>
        <p:blipFill rotWithShape="1">
          <a:blip r:embed="rId5">
            <a:alphaModFix/>
          </a:blip>
          <a:srcRect b="2100" l="500" r="1325" t="2443"/>
          <a:stretch/>
        </p:blipFill>
        <p:spPr>
          <a:xfrm>
            <a:off x="5903425" y="15420570"/>
            <a:ext cx="8239750" cy="4479625"/>
          </a:xfrm>
          <a:prstGeom prst="rect">
            <a:avLst/>
          </a:prstGeom>
          <a:noFill/>
          <a:ln cap="flat" cmpd="sng" w="19050">
            <a:solidFill>
              <a:schemeClr val="dk2"/>
            </a:solidFill>
            <a:prstDash val="solid"/>
            <a:round/>
            <a:headEnd len="sm" w="sm" type="none"/>
            <a:tailEnd len="sm" w="sm" type="none"/>
          </a:ln>
        </p:spPr>
      </p:pic>
      <p:sp>
        <p:nvSpPr>
          <p:cNvPr id="116" name="Google Shape;116;p13"/>
          <p:cNvSpPr txBox="1"/>
          <p:nvPr/>
        </p:nvSpPr>
        <p:spPr>
          <a:xfrm>
            <a:off x="565625" y="22117170"/>
            <a:ext cx="5186100" cy="2401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Figure </a:t>
            </a:r>
            <a:r>
              <a:rPr b="1" lang="en-US" sz="3000">
                <a:solidFill>
                  <a:schemeClr val="dk1"/>
                </a:solidFill>
              </a:rPr>
              <a:t>3</a:t>
            </a:r>
            <a:r>
              <a:rPr b="1" lang="en-US" sz="3000">
                <a:solidFill>
                  <a:schemeClr val="dk1"/>
                </a:solidFill>
                <a:latin typeface="Arial"/>
                <a:ea typeface="Arial"/>
                <a:cs typeface="Arial"/>
                <a:sym typeface="Arial"/>
              </a:rPr>
              <a:t>. </a:t>
            </a:r>
            <a:r>
              <a:rPr b="1" baseline="30000" lang="en-US" sz="3000">
                <a:solidFill>
                  <a:schemeClr val="dk1"/>
                </a:solidFill>
                <a:latin typeface="Arial"/>
                <a:ea typeface="Arial"/>
                <a:cs typeface="Arial"/>
                <a:sym typeface="Arial"/>
              </a:rPr>
              <a:t>[</a:t>
            </a:r>
            <a:r>
              <a:rPr b="1" baseline="30000" lang="en-US" sz="3000">
                <a:solidFill>
                  <a:schemeClr val="dk1"/>
                </a:solidFill>
              </a:rPr>
              <a:t>2]</a:t>
            </a:r>
            <a:endParaRPr baseline="30000"/>
          </a:p>
          <a:p>
            <a:pPr indent="0" lvl="0" marL="0" marR="0" rtl="0" algn="l">
              <a:spcBef>
                <a:spcPts val="0"/>
              </a:spcBef>
              <a:spcAft>
                <a:spcPts val="0"/>
              </a:spcAft>
              <a:buNone/>
            </a:pPr>
            <a:r>
              <a:rPr lang="en-US" sz="3000">
                <a:solidFill>
                  <a:schemeClr val="dk1"/>
                </a:solidFill>
              </a:rPr>
              <a:t>Similar graph to Figure 2, but showing horizontal movement vs. chase percentage.</a:t>
            </a:r>
            <a:endParaRPr sz="3000">
              <a:solidFill>
                <a:schemeClr val="dk1"/>
              </a:solidFill>
            </a:endParaRPr>
          </a:p>
        </p:txBody>
      </p:sp>
      <p:pic>
        <p:nvPicPr>
          <p:cNvPr id="117" name="Google Shape;117;p13" title="zv25fufn.jpg"/>
          <p:cNvPicPr preferRelativeResize="0"/>
          <p:nvPr/>
        </p:nvPicPr>
        <p:blipFill>
          <a:blip r:embed="rId6">
            <a:alphaModFix/>
          </a:blip>
          <a:stretch>
            <a:fillRect/>
          </a:stretch>
        </p:blipFill>
        <p:spPr>
          <a:xfrm>
            <a:off x="5903424" y="21300776"/>
            <a:ext cx="8239752" cy="4943844"/>
          </a:xfrm>
          <a:prstGeom prst="rect">
            <a:avLst/>
          </a:prstGeom>
          <a:noFill/>
          <a:ln cap="flat" cmpd="sng" w="19050">
            <a:solidFill>
              <a:schemeClr val="dk2"/>
            </a:solidFill>
            <a:prstDash val="solid"/>
            <a:round/>
            <a:headEnd len="sm" w="sm" type="none"/>
            <a:tailEnd len="sm" w="sm" type="none"/>
          </a:ln>
        </p:spPr>
      </p:pic>
      <p:sp>
        <p:nvSpPr>
          <p:cNvPr id="118" name="Google Shape;118;p13"/>
          <p:cNvSpPr txBox="1"/>
          <p:nvPr/>
        </p:nvSpPr>
        <p:spPr>
          <a:xfrm>
            <a:off x="339074" y="26577770"/>
            <a:ext cx="13804200" cy="286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rPr>
              <a:t>While figures 2 and 3 prove there are tangible benefits to two pitches that have movement profiles that may look similar to each other, this method does not include anything regarding location, release, or other factors. To fully understand and quantify tunneling as a factor in a pitcher’s performance, the proof needs to, in some way, include aspects of what the hitter is directly perceiving when deciding whether to swing or not.</a:t>
            </a:r>
            <a:endParaRPr sz="3000">
              <a:solidFill>
                <a:schemeClr val="dk1"/>
              </a:solidFill>
            </a:endParaRPr>
          </a:p>
        </p:txBody>
      </p:sp>
      <p:pic>
        <p:nvPicPr>
          <p:cNvPr id="119" name="Google Shape;119;p13" title="Screenshot 2025-09-15 at 1.26.57 PM.png"/>
          <p:cNvPicPr preferRelativeResize="0"/>
          <p:nvPr/>
        </p:nvPicPr>
        <p:blipFill>
          <a:blip r:embed="rId7">
            <a:alphaModFix/>
          </a:blip>
          <a:stretch>
            <a:fillRect/>
          </a:stretch>
        </p:blipFill>
        <p:spPr>
          <a:xfrm>
            <a:off x="21068761" y="9059366"/>
            <a:ext cx="7534549" cy="3865026"/>
          </a:xfrm>
          <a:prstGeom prst="rect">
            <a:avLst/>
          </a:prstGeom>
          <a:noFill/>
          <a:ln cap="flat" cmpd="sng" w="19050">
            <a:solidFill>
              <a:schemeClr val="dk2"/>
            </a:solidFill>
            <a:prstDash val="solid"/>
            <a:round/>
            <a:headEnd len="sm" w="sm" type="none"/>
            <a:tailEnd len="sm" w="sm" type="none"/>
          </a:ln>
        </p:spPr>
      </p:pic>
      <p:sp>
        <p:nvSpPr>
          <p:cNvPr id="120" name="Google Shape;120;p13"/>
          <p:cNvSpPr txBox="1"/>
          <p:nvPr/>
        </p:nvSpPr>
        <p:spPr>
          <a:xfrm>
            <a:off x="15238725" y="9121608"/>
            <a:ext cx="5186100" cy="378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Figure </a:t>
            </a:r>
            <a:r>
              <a:rPr b="1" lang="en-US" sz="3000">
                <a:solidFill>
                  <a:schemeClr val="dk1"/>
                </a:solidFill>
              </a:rPr>
              <a:t>4</a:t>
            </a:r>
            <a:r>
              <a:rPr b="1" lang="en-US" sz="30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3000">
                <a:solidFill>
                  <a:schemeClr val="dk1"/>
                </a:solidFill>
              </a:rPr>
              <a:t>Graphic explaining the trajectory measurement showing difference between two pitches flights, compared to the difference in locations, resulting in the </a:t>
            </a:r>
            <a:r>
              <a:rPr i="1" lang="en-US" sz="3000">
                <a:solidFill>
                  <a:schemeClr val="dk1"/>
                </a:solidFill>
              </a:rPr>
              <a:t>Path to Location Ratio.</a:t>
            </a:r>
            <a:endParaRPr b="1" i="1" sz="3000">
              <a:solidFill>
                <a:schemeClr val="accent2"/>
              </a:solidFill>
            </a:endParaRPr>
          </a:p>
        </p:txBody>
      </p:sp>
      <p:pic>
        <p:nvPicPr>
          <p:cNvPr id="121" name="Google Shape;121;p13" title="Screenshot 2025-09-15 at 1.37.20 PM.png"/>
          <p:cNvPicPr preferRelativeResize="0"/>
          <p:nvPr/>
        </p:nvPicPr>
        <p:blipFill>
          <a:blip r:embed="rId8">
            <a:alphaModFix/>
          </a:blip>
          <a:stretch>
            <a:fillRect/>
          </a:stretch>
        </p:blipFill>
        <p:spPr>
          <a:xfrm>
            <a:off x="20580572" y="18274604"/>
            <a:ext cx="8239752" cy="4226784"/>
          </a:xfrm>
          <a:prstGeom prst="rect">
            <a:avLst/>
          </a:prstGeom>
          <a:noFill/>
          <a:ln cap="flat" cmpd="sng" w="19050">
            <a:solidFill>
              <a:schemeClr val="dk2"/>
            </a:solidFill>
            <a:prstDash val="solid"/>
            <a:round/>
            <a:headEnd len="sm" w="sm" type="none"/>
            <a:tailEnd len="sm" w="sm" type="none"/>
          </a:ln>
        </p:spPr>
      </p:pic>
      <p:sp>
        <p:nvSpPr>
          <p:cNvPr id="122" name="Google Shape;122;p13"/>
          <p:cNvSpPr txBox="1"/>
          <p:nvPr/>
        </p:nvSpPr>
        <p:spPr>
          <a:xfrm>
            <a:off x="15065138" y="19747665"/>
            <a:ext cx="51861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Figure </a:t>
            </a:r>
            <a:r>
              <a:rPr b="1" lang="en-US" sz="3000">
                <a:solidFill>
                  <a:schemeClr val="dk1"/>
                </a:solidFill>
              </a:rPr>
              <a:t>5</a:t>
            </a:r>
            <a:r>
              <a:rPr b="1" lang="en-US" sz="30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3000">
                <a:solidFill>
                  <a:schemeClr val="dk1"/>
                </a:solidFill>
              </a:rPr>
              <a:t>Graphic breaking down the method behind the swing decision model cluster. </a:t>
            </a:r>
            <a:endParaRPr b="1" i="1" sz="3000">
              <a:solidFill>
                <a:schemeClr val="accent2"/>
              </a:solidFill>
            </a:endParaRPr>
          </a:p>
        </p:txBody>
      </p:sp>
      <p:sp>
        <p:nvSpPr>
          <p:cNvPr id="123" name="Google Shape;123;p13"/>
          <p:cNvSpPr txBox="1"/>
          <p:nvPr/>
        </p:nvSpPr>
        <p:spPr>
          <a:xfrm>
            <a:off x="14827338" y="26401468"/>
            <a:ext cx="14236500" cy="831000"/>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chemeClr val="lt1"/>
                </a:solidFill>
              </a:rPr>
              <a:t>Results</a:t>
            </a:r>
            <a:endParaRPr b="1" i="0" sz="4800" u="none" cap="none" strike="noStrike">
              <a:solidFill>
                <a:schemeClr val="dk1"/>
              </a:solidFill>
              <a:latin typeface="Arial"/>
              <a:ea typeface="Arial"/>
              <a:cs typeface="Arial"/>
              <a:sym typeface="Arial"/>
            </a:endParaRPr>
          </a:p>
        </p:txBody>
      </p:sp>
      <p:sp>
        <p:nvSpPr>
          <p:cNvPr id="124" name="Google Shape;124;p13"/>
          <p:cNvSpPr txBox="1"/>
          <p:nvPr/>
        </p:nvSpPr>
        <p:spPr>
          <a:xfrm>
            <a:off x="14776825" y="27320862"/>
            <a:ext cx="14614200" cy="3740700"/>
          </a:xfrm>
          <a:prstGeom prst="rect">
            <a:avLst/>
          </a:prstGeom>
          <a:noFill/>
          <a:ln>
            <a:noFill/>
          </a:ln>
        </p:spPr>
        <p:txBody>
          <a:bodyPr anchorCtr="0" anchor="t" bIns="45700" lIns="274300" spcFirstLastPara="1" rIns="274300" wrap="square" tIns="45700">
            <a:spAutoFit/>
          </a:bodyPr>
          <a:lstStyle/>
          <a:p>
            <a:pPr indent="0" lvl="0" marL="0" marR="0" rtl="0" algn="l">
              <a:spcBef>
                <a:spcPts val="0"/>
              </a:spcBef>
              <a:spcAft>
                <a:spcPts val="0"/>
              </a:spcAft>
              <a:buNone/>
            </a:pPr>
            <a:r>
              <a:rPr b="1" lang="en-US" sz="3000">
                <a:solidFill>
                  <a:schemeClr val="dk1"/>
                </a:solidFill>
              </a:rPr>
              <a:t>Figure 6. </a:t>
            </a:r>
            <a:endParaRPr b="1" sz="3000">
              <a:solidFill>
                <a:schemeClr val="dk1"/>
              </a:solidFill>
            </a:endParaRPr>
          </a:p>
          <a:p>
            <a:pPr indent="0" lvl="0" marL="0" marR="0" rtl="0" algn="l">
              <a:spcBef>
                <a:spcPts val="0"/>
              </a:spcBef>
              <a:spcAft>
                <a:spcPts val="0"/>
              </a:spcAft>
              <a:buNone/>
            </a:pPr>
            <a:r>
              <a:rPr lang="en-US" sz="3000">
                <a:solidFill>
                  <a:schemeClr val="dk1"/>
                </a:solidFill>
              </a:rPr>
              <a:t>While Swing Decision RV and Path to Location Ratio </a:t>
            </a:r>
            <a:r>
              <a:rPr lang="en-US" sz="3000">
                <a:solidFill>
                  <a:schemeClr val="dk1"/>
                </a:solidFill>
              </a:rPr>
              <a:t>yield a </a:t>
            </a:r>
            <a:r>
              <a:rPr b="1" lang="en-US" sz="2703">
                <a:solidFill>
                  <a:schemeClr val="accent2"/>
                </a:solidFill>
              </a:rPr>
              <a:t>0.00037 R</a:t>
            </a:r>
            <a:r>
              <a:rPr b="1" baseline="30000" lang="en-US" sz="2703">
                <a:solidFill>
                  <a:schemeClr val="accent2"/>
                </a:solidFill>
              </a:rPr>
              <a:t>2</a:t>
            </a:r>
            <a:r>
              <a:rPr b="1" lang="en-US" sz="2703">
                <a:solidFill>
                  <a:srgbClr val="00244E"/>
                </a:solidFill>
              </a:rPr>
              <a:t>, </a:t>
            </a:r>
            <a:r>
              <a:rPr lang="en-US" sz="2703">
                <a:solidFill>
                  <a:srgbClr val="00244E"/>
                </a:solidFill>
              </a:rPr>
              <a:t>their P-value of </a:t>
            </a:r>
            <a:r>
              <a:rPr b="1" lang="en-US" sz="2703">
                <a:solidFill>
                  <a:srgbClr val="00244E"/>
                </a:solidFill>
              </a:rPr>
              <a:t>2.2 x 10</a:t>
            </a:r>
            <a:r>
              <a:rPr b="1" baseline="30000" lang="en-US" sz="2703">
                <a:solidFill>
                  <a:srgbClr val="00244E"/>
                </a:solidFill>
              </a:rPr>
              <a:t>-16</a:t>
            </a:r>
            <a:r>
              <a:rPr b="1" lang="en-US" sz="2703">
                <a:solidFill>
                  <a:srgbClr val="00244E"/>
                </a:solidFill>
              </a:rPr>
              <a:t> </a:t>
            </a:r>
            <a:r>
              <a:rPr lang="en-US" sz="2703">
                <a:solidFill>
                  <a:srgbClr val="00244E"/>
                </a:solidFill>
              </a:rPr>
              <a:t>shows there is some type of significance between the variables. Context is crucial to understanding their relationship. T</a:t>
            </a:r>
            <a:r>
              <a:rPr lang="en-US" sz="3000">
                <a:solidFill>
                  <a:schemeClr val="dk1"/>
                </a:solidFill>
              </a:rPr>
              <a:t>unneling is most purposeful when pitchers are ahead in the count, making out-of-zone non-fastball pitches more optimal. Correlation is between Swing Decision RV and P to L Ratio. Notice breaking pitches while ahead in the count are 10x as correlative as fastballs behind in the count.</a:t>
            </a:r>
            <a:endParaRPr/>
          </a:p>
        </p:txBody>
      </p:sp>
      <p:graphicFrame>
        <p:nvGraphicFramePr>
          <p:cNvPr id="125" name="Google Shape;125;p13"/>
          <p:cNvGraphicFramePr/>
          <p:nvPr/>
        </p:nvGraphicFramePr>
        <p:xfrm>
          <a:off x="15016291" y="31066355"/>
          <a:ext cx="3000000" cy="3000000"/>
        </p:xfrm>
        <a:graphic>
          <a:graphicData uri="http://schemas.openxmlformats.org/drawingml/2006/table">
            <a:tbl>
              <a:tblPr>
                <a:noFill/>
                <a:tableStyleId>{C6C986C5-7B88-4081-A09A-35D2169DA643}</a:tableStyleId>
              </a:tblPr>
              <a:tblGrid>
                <a:gridCol w="3511900"/>
                <a:gridCol w="3511900"/>
                <a:gridCol w="3511900"/>
                <a:gridCol w="3511900"/>
              </a:tblGrid>
              <a:tr h="492500">
                <a:tc>
                  <a:txBody>
                    <a:bodyPr/>
                    <a:lstStyle/>
                    <a:p>
                      <a:pPr indent="0" lvl="0" marL="0" rtl="0" algn="ctr">
                        <a:spcBef>
                          <a:spcPts val="0"/>
                        </a:spcBef>
                        <a:spcAft>
                          <a:spcPts val="0"/>
                        </a:spcAft>
                        <a:buNone/>
                      </a:pPr>
                      <a:r>
                        <a:rPr lang="en-US" sz="1800"/>
                        <a:t>Count</a:t>
                      </a:r>
                      <a:endParaRPr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800"/>
                        <a:t>Fastballs</a:t>
                      </a:r>
                      <a:endParaRPr baseline="30000"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800"/>
                        <a:t>Offspeed (ChangeUp, Splitter)</a:t>
                      </a:r>
                      <a:endParaRPr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800"/>
                        <a:t>Breaking (Slider, Curveball)</a:t>
                      </a:r>
                      <a:endParaRPr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92500">
                <a:tc>
                  <a:txBody>
                    <a:bodyPr/>
                    <a:lstStyle/>
                    <a:p>
                      <a:pPr indent="0" lvl="0" marL="0" rtl="0" algn="ctr">
                        <a:spcBef>
                          <a:spcPts val="0"/>
                        </a:spcBef>
                        <a:spcAft>
                          <a:spcPts val="0"/>
                        </a:spcAft>
                        <a:buNone/>
                      </a:pPr>
                      <a:r>
                        <a:rPr b="1" lang="en-US" sz="1800"/>
                        <a:t>Behind</a:t>
                      </a:r>
                      <a:r>
                        <a:rPr lang="en-US" sz="1800"/>
                        <a:t> (3-0, 2-0, 1-0, …)</a:t>
                      </a:r>
                      <a:endParaRPr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sz="1800"/>
                        <a:t>.000247 R</a:t>
                      </a:r>
                      <a:r>
                        <a:rPr b="1" baseline="30000" lang="en-US" sz="1800"/>
                        <a:t>2</a:t>
                      </a:r>
                      <a:endParaRPr b="1" baseline="30000"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sz="1800">
                          <a:solidFill>
                            <a:srgbClr val="00244E"/>
                          </a:solidFill>
                        </a:rPr>
                        <a:t>0.0000437 R</a:t>
                      </a:r>
                      <a:r>
                        <a:rPr b="1" baseline="30000" lang="en-US" sz="1800">
                          <a:solidFill>
                            <a:srgbClr val="00244E"/>
                          </a:solidFill>
                        </a:rPr>
                        <a:t>2</a:t>
                      </a:r>
                      <a:endParaRPr baseline="30000"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800"/>
                        <a:t>.000153 R</a:t>
                      </a:r>
                      <a:r>
                        <a:rPr baseline="30000" lang="en-US" sz="1800"/>
                        <a:t>2</a:t>
                      </a:r>
                      <a:endParaRPr baseline="30000"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92500">
                <a:tc>
                  <a:txBody>
                    <a:bodyPr/>
                    <a:lstStyle/>
                    <a:p>
                      <a:pPr indent="0" lvl="0" marL="0" rtl="0" algn="ctr">
                        <a:spcBef>
                          <a:spcPts val="0"/>
                        </a:spcBef>
                        <a:spcAft>
                          <a:spcPts val="0"/>
                        </a:spcAft>
                        <a:buNone/>
                      </a:pPr>
                      <a:r>
                        <a:rPr b="1" lang="en-US" sz="1800"/>
                        <a:t>Ahead </a:t>
                      </a:r>
                      <a:r>
                        <a:rPr lang="en-US" sz="1800"/>
                        <a:t>(0-1, 0-2, 1-2, 2-2)</a:t>
                      </a:r>
                      <a:endParaRPr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US" sz="1800"/>
                        <a:t>.000426 R</a:t>
                      </a:r>
                      <a:r>
                        <a:rPr b="1" baseline="30000" lang="en-US" sz="1800"/>
                        <a:t>2</a:t>
                      </a:r>
                      <a:endParaRPr b="1" baseline="30000"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800"/>
                        <a:t>.00332 R</a:t>
                      </a:r>
                      <a:r>
                        <a:rPr baseline="30000" lang="en-US" sz="1800"/>
                        <a:t>2</a:t>
                      </a:r>
                      <a:endParaRPr baseline="30000"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800"/>
                        <a:t>.00247 R</a:t>
                      </a:r>
                      <a:r>
                        <a:rPr baseline="30000" lang="en-US" sz="1800"/>
                        <a:t>2</a:t>
                      </a:r>
                      <a:endParaRPr baseline="30000" sz="1800"/>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pic>
        <p:nvPicPr>
          <p:cNvPr id="126" name="Google Shape;126;p13"/>
          <p:cNvPicPr preferRelativeResize="0"/>
          <p:nvPr/>
        </p:nvPicPr>
        <p:blipFill>
          <a:blip r:embed="rId9">
            <a:alphaModFix/>
          </a:blip>
          <a:stretch>
            <a:fillRect/>
          </a:stretch>
        </p:blipFill>
        <p:spPr>
          <a:xfrm>
            <a:off x="39450808" y="2490552"/>
            <a:ext cx="3542133" cy="1909800"/>
          </a:xfrm>
          <a:prstGeom prst="rect">
            <a:avLst/>
          </a:prstGeom>
          <a:noFill/>
          <a:ln>
            <a:noFill/>
          </a:ln>
        </p:spPr>
      </p:pic>
      <p:grpSp>
        <p:nvGrpSpPr>
          <p:cNvPr id="127" name="Google Shape;127;p13"/>
          <p:cNvGrpSpPr/>
          <p:nvPr/>
        </p:nvGrpSpPr>
        <p:grpSpPr>
          <a:xfrm>
            <a:off x="29264111" y="4709210"/>
            <a:ext cx="14239946" cy="1909586"/>
            <a:chOff x="432287" y="4365904"/>
            <a:chExt cx="13705434" cy="1031261"/>
          </a:xfrm>
        </p:grpSpPr>
        <p:sp>
          <p:nvSpPr>
            <p:cNvPr id="128" name="Google Shape;128;p13"/>
            <p:cNvSpPr txBox="1"/>
            <p:nvPr/>
          </p:nvSpPr>
          <p:spPr>
            <a:xfrm>
              <a:off x="432287" y="4848765"/>
              <a:ext cx="13700100" cy="548400"/>
            </a:xfrm>
            <a:prstGeom prst="rect">
              <a:avLst/>
            </a:prstGeom>
            <a:noFill/>
            <a:ln>
              <a:noFill/>
            </a:ln>
          </p:spPr>
          <p:txBody>
            <a:bodyPr anchorCtr="0" anchor="t" bIns="45700" lIns="274300" spcFirstLastPara="1" rIns="274300" wrap="square" tIns="45700">
              <a:spAutoFit/>
            </a:bodyPr>
            <a:lstStyle/>
            <a:p>
              <a:pPr indent="0" lvl="0" marL="0" marR="0" rtl="0" algn="l">
                <a:spcBef>
                  <a:spcPts val="0"/>
                </a:spcBef>
                <a:spcAft>
                  <a:spcPts val="0"/>
                </a:spcAft>
                <a:buNone/>
              </a:pPr>
              <a:r>
                <a:t/>
              </a:r>
              <a:endParaRPr b="0" sz="3000" u="none">
                <a:solidFill>
                  <a:schemeClr val="dk1"/>
                </a:solidFill>
                <a:latin typeface="Arial"/>
                <a:ea typeface="Arial"/>
                <a:cs typeface="Arial"/>
                <a:sym typeface="Arial"/>
              </a:endParaRPr>
            </a:p>
            <a:p>
              <a:pPr indent="0" lvl="0" marL="0" marR="0" rtl="0" algn="l">
                <a:spcBef>
                  <a:spcPts val="0"/>
                </a:spcBef>
                <a:spcAft>
                  <a:spcPts val="0"/>
                </a:spcAft>
                <a:buNone/>
              </a:pPr>
              <a:r>
                <a:t/>
              </a:r>
              <a:endParaRPr b="0" sz="3000" u="none">
                <a:solidFill>
                  <a:schemeClr val="dk1"/>
                </a:solidFill>
                <a:latin typeface="Arial"/>
                <a:ea typeface="Arial"/>
                <a:cs typeface="Arial"/>
                <a:sym typeface="Arial"/>
              </a:endParaRPr>
            </a:p>
          </p:txBody>
        </p:sp>
        <p:sp>
          <p:nvSpPr>
            <p:cNvPr id="129" name="Google Shape;129;p13"/>
            <p:cNvSpPr txBox="1"/>
            <p:nvPr/>
          </p:nvSpPr>
          <p:spPr>
            <a:xfrm>
              <a:off x="437621" y="4365904"/>
              <a:ext cx="13700100" cy="448800"/>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u="none">
                  <a:solidFill>
                    <a:schemeClr val="lt1"/>
                  </a:solidFill>
                  <a:latin typeface="Arial"/>
                  <a:ea typeface="Arial"/>
                  <a:cs typeface="Arial"/>
                  <a:sym typeface="Arial"/>
                </a:rPr>
                <a:t>Results (Continued)</a:t>
              </a:r>
              <a:endParaRPr/>
            </a:p>
          </p:txBody>
        </p:sp>
      </p:grpSp>
      <p:grpSp>
        <p:nvGrpSpPr>
          <p:cNvPr id="130" name="Google Shape;130;p13"/>
          <p:cNvGrpSpPr/>
          <p:nvPr/>
        </p:nvGrpSpPr>
        <p:grpSpPr>
          <a:xfrm>
            <a:off x="29149643" y="19873861"/>
            <a:ext cx="14234404" cy="7067302"/>
            <a:chOff x="636315" y="14253885"/>
            <a:chExt cx="13700100" cy="3816656"/>
          </a:xfrm>
        </p:grpSpPr>
        <p:sp>
          <p:nvSpPr>
            <p:cNvPr id="131" name="Google Shape;131;p13"/>
            <p:cNvSpPr txBox="1"/>
            <p:nvPr/>
          </p:nvSpPr>
          <p:spPr>
            <a:xfrm>
              <a:off x="636315" y="14778641"/>
              <a:ext cx="13700100" cy="3291900"/>
            </a:xfrm>
            <a:prstGeom prst="rect">
              <a:avLst/>
            </a:prstGeom>
            <a:noFill/>
            <a:ln>
              <a:noFill/>
            </a:ln>
          </p:spPr>
          <p:txBody>
            <a:bodyPr anchorCtr="0" anchor="t" bIns="45700" lIns="274300" spcFirstLastPara="1" rIns="274300" wrap="square" tIns="45700">
              <a:spAutoFit/>
            </a:bodyPr>
            <a:lstStyle/>
            <a:p>
              <a:pPr indent="0" lvl="0" marL="0" marR="0" rtl="0" algn="l">
                <a:spcBef>
                  <a:spcPts val="0"/>
                </a:spcBef>
                <a:spcAft>
                  <a:spcPts val="0"/>
                </a:spcAft>
                <a:buNone/>
              </a:pPr>
              <a:r>
                <a:rPr b="0" lang="en-US" sz="3000" u="none">
                  <a:solidFill>
                    <a:schemeClr val="dk1"/>
                  </a:solidFill>
                  <a:latin typeface="Arial"/>
                  <a:ea typeface="Arial"/>
                  <a:cs typeface="Arial"/>
                  <a:sym typeface="Arial"/>
                </a:rPr>
                <a:t>This data analysis supports the following key </a:t>
              </a:r>
              <a:r>
                <a:rPr lang="en-US" sz="3000">
                  <a:solidFill>
                    <a:schemeClr val="dk1"/>
                  </a:solidFill>
                </a:rPr>
                <a:t>takeaways</a:t>
              </a:r>
              <a:r>
                <a:rPr b="0" lang="en-US" sz="3000" u="none">
                  <a:solidFill>
                    <a:schemeClr val="dk1"/>
                  </a:solidFill>
                  <a:latin typeface="Arial"/>
                  <a:ea typeface="Arial"/>
                  <a:cs typeface="Arial"/>
                  <a:sym typeface="Arial"/>
                </a:rPr>
                <a:t>: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rPr>
                <a:t>Tunneling, as observed as the similarity between two pitch paths in comparison to when they cross home plate, is a significant factor in hitters making sub-optimal swing decisions at the major league level.</a:t>
              </a:r>
              <a:endParaRPr sz="3000">
                <a:solidFill>
                  <a:schemeClr val="dk1"/>
                </a:solidFill>
              </a:endParaRPr>
            </a:p>
            <a:p>
              <a:pPr indent="-457200" lvl="0" marL="457200" marR="0" rtl="0" algn="l">
                <a:spcBef>
                  <a:spcPts val="0"/>
                </a:spcBef>
                <a:spcAft>
                  <a:spcPts val="0"/>
                </a:spcAft>
                <a:buClr>
                  <a:schemeClr val="dk1"/>
                </a:buClr>
                <a:buSzPts val="3000"/>
                <a:buChar char="•"/>
              </a:pPr>
              <a:r>
                <a:rPr lang="en-US" sz="3000">
                  <a:solidFill>
                    <a:schemeClr val="dk1"/>
                  </a:solidFill>
                </a:rPr>
                <a:t>This relationship is most prevalent when comparing the relationships of non-fastball pitches playing off fastballs, in counts when it would be most optimal for a pitcher to tunnel a pitch out of the strike zone.</a:t>
              </a:r>
              <a:endParaRPr sz="3000">
                <a:solidFill>
                  <a:schemeClr val="dk1"/>
                </a:solidFill>
              </a:endParaRPr>
            </a:p>
            <a:p>
              <a:pPr indent="-457200" lvl="0" marL="457200" marR="0" rtl="0" algn="l">
                <a:spcBef>
                  <a:spcPts val="0"/>
                </a:spcBef>
                <a:spcAft>
                  <a:spcPts val="0"/>
                </a:spcAft>
                <a:buClr>
                  <a:schemeClr val="dk1"/>
                </a:buClr>
                <a:buSzPts val="3000"/>
                <a:buChar char="•"/>
              </a:pPr>
              <a:r>
                <a:rPr lang="en-US" sz="3000">
                  <a:solidFill>
                    <a:schemeClr val="dk1"/>
                  </a:solidFill>
                </a:rPr>
                <a:t>In cases of extremely good tunneling, the deception created between the difference in the two pitch types can be the main attribution causing a hitter to swing and miss.</a:t>
              </a:r>
              <a:endParaRPr sz="3000">
                <a:solidFill>
                  <a:schemeClr val="dk1"/>
                </a:solidFill>
              </a:endParaRPr>
            </a:p>
            <a:p>
              <a:pPr indent="-457200" lvl="0" marL="457200" marR="0" rtl="0" algn="l">
                <a:spcBef>
                  <a:spcPts val="0"/>
                </a:spcBef>
                <a:spcAft>
                  <a:spcPts val="0"/>
                </a:spcAft>
                <a:buClr>
                  <a:schemeClr val="dk1"/>
                </a:buClr>
                <a:buSzPts val="3000"/>
                <a:buChar char="•"/>
              </a:pPr>
              <a:r>
                <a:rPr lang="en-US" sz="3000">
                  <a:solidFill>
                    <a:schemeClr val="dk1"/>
                  </a:solidFill>
                </a:rPr>
                <a:t>The factors behind this phenomenon can be studied and understood, meaning we can use more basic pitch characteristics to improve a pitcher’s ability to tunnel.</a:t>
              </a:r>
              <a:endParaRPr sz="3000">
                <a:solidFill>
                  <a:schemeClr val="dk1"/>
                </a:solidFill>
              </a:endParaRPr>
            </a:p>
          </p:txBody>
        </p:sp>
        <p:sp>
          <p:nvSpPr>
            <p:cNvPr id="132" name="Google Shape;132;p13"/>
            <p:cNvSpPr txBox="1"/>
            <p:nvPr/>
          </p:nvSpPr>
          <p:spPr>
            <a:xfrm>
              <a:off x="744025" y="14253885"/>
              <a:ext cx="13484700" cy="448800"/>
            </a:xfrm>
            <a:prstGeom prst="rect">
              <a:avLst/>
            </a:prstGeom>
            <a:solidFill>
              <a:srgbClr val="6F91BB"/>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u="none">
                  <a:solidFill>
                    <a:schemeClr val="lt1"/>
                  </a:solidFill>
                  <a:latin typeface="Arial"/>
                  <a:ea typeface="Arial"/>
                  <a:cs typeface="Arial"/>
                  <a:sym typeface="Arial"/>
                </a:rPr>
                <a:t>Conclusion</a:t>
              </a:r>
              <a:endParaRPr/>
            </a:p>
          </p:txBody>
        </p:sp>
      </p:grpSp>
      <p:pic>
        <p:nvPicPr>
          <p:cNvPr id="133" name="Google Shape;133;p13"/>
          <p:cNvPicPr preferRelativeResize="0"/>
          <p:nvPr/>
        </p:nvPicPr>
        <p:blipFill>
          <a:blip r:embed="rId10">
            <a:alphaModFix/>
          </a:blip>
          <a:stretch>
            <a:fillRect/>
          </a:stretch>
        </p:blipFill>
        <p:spPr>
          <a:xfrm>
            <a:off x="29350977" y="10427136"/>
            <a:ext cx="7007724" cy="4143450"/>
          </a:xfrm>
          <a:prstGeom prst="rect">
            <a:avLst/>
          </a:prstGeom>
          <a:noFill/>
          <a:ln>
            <a:noFill/>
          </a:ln>
        </p:spPr>
      </p:pic>
      <p:pic>
        <p:nvPicPr>
          <p:cNvPr id="134" name="Google Shape;134;p13"/>
          <p:cNvPicPr preferRelativeResize="0"/>
          <p:nvPr/>
        </p:nvPicPr>
        <p:blipFill>
          <a:blip r:embed="rId11">
            <a:alphaModFix/>
          </a:blip>
          <a:stretch>
            <a:fillRect/>
          </a:stretch>
        </p:blipFill>
        <p:spPr>
          <a:xfrm>
            <a:off x="36716424" y="10427135"/>
            <a:ext cx="7007724" cy="4143435"/>
          </a:xfrm>
          <a:prstGeom prst="rect">
            <a:avLst/>
          </a:prstGeom>
          <a:noFill/>
          <a:ln>
            <a:noFill/>
          </a:ln>
        </p:spPr>
      </p:pic>
      <p:sp>
        <p:nvSpPr>
          <p:cNvPr id="135" name="Google Shape;135;p13"/>
          <p:cNvSpPr/>
          <p:nvPr/>
        </p:nvSpPr>
        <p:spPr>
          <a:xfrm flipH="1" rot="10800000">
            <a:off x="30125325" y="13302193"/>
            <a:ext cx="1807800" cy="8310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6" name="Google Shape;136;p13"/>
          <p:cNvSpPr/>
          <p:nvPr/>
        </p:nvSpPr>
        <p:spPr>
          <a:xfrm flipH="1" rot="10800000">
            <a:off x="34437625" y="13302193"/>
            <a:ext cx="1807800" cy="8310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37" name="Google Shape;137;p13"/>
          <p:cNvCxnSpPr/>
          <p:nvPr/>
        </p:nvCxnSpPr>
        <p:spPr>
          <a:xfrm flipH="1">
            <a:off x="31029275" y="12289568"/>
            <a:ext cx="1842300" cy="1012500"/>
          </a:xfrm>
          <a:prstGeom prst="straightConnector1">
            <a:avLst/>
          </a:prstGeom>
          <a:noFill/>
          <a:ln cap="flat" cmpd="sng" w="38100">
            <a:solidFill>
              <a:srgbClr val="FF0000"/>
            </a:solidFill>
            <a:prstDash val="solid"/>
            <a:round/>
            <a:headEnd len="med" w="med" type="none"/>
            <a:tailEnd len="med" w="med" type="triangle"/>
          </a:ln>
        </p:spPr>
      </p:cxnSp>
      <p:cxnSp>
        <p:nvCxnSpPr>
          <p:cNvPr id="138" name="Google Shape;138;p13"/>
          <p:cNvCxnSpPr/>
          <p:nvPr/>
        </p:nvCxnSpPr>
        <p:spPr>
          <a:xfrm>
            <a:off x="32871625" y="12289568"/>
            <a:ext cx="2469900" cy="1012500"/>
          </a:xfrm>
          <a:prstGeom prst="straightConnector1">
            <a:avLst/>
          </a:prstGeom>
          <a:noFill/>
          <a:ln cap="flat" cmpd="sng" w="38100">
            <a:solidFill>
              <a:srgbClr val="FF0000"/>
            </a:solidFill>
            <a:prstDash val="solid"/>
            <a:round/>
            <a:headEnd len="med" w="med" type="none"/>
            <a:tailEnd len="med" w="med" type="triangle"/>
          </a:ln>
        </p:spPr>
      </p:cxnSp>
      <p:sp>
        <p:nvSpPr>
          <p:cNvPr id="139" name="Google Shape;139;p13"/>
          <p:cNvSpPr txBox="1"/>
          <p:nvPr/>
        </p:nvSpPr>
        <p:spPr>
          <a:xfrm>
            <a:off x="30455775" y="11799979"/>
            <a:ext cx="262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FF0000"/>
                </a:solidFill>
              </a:rPr>
              <a:t>Extremely unexpected</a:t>
            </a:r>
            <a:endParaRPr sz="1800">
              <a:solidFill>
                <a:srgbClr val="FF0000"/>
              </a:solidFill>
            </a:endParaRPr>
          </a:p>
          <a:p>
            <a:pPr indent="0" lvl="0" marL="0" rtl="0" algn="l">
              <a:spcBef>
                <a:spcPts val="0"/>
              </a:spcBef>
              <a:spcAft>
                <a:spcPts val="0"/>
              </a:spcAft>
              <a:buNone/>
            </a:pPr>
            <a:r>
              <a:rPr lang="en-US" sz="1800">
                <a:solidFill>
                  <a:srgbClr val="FF0000"/>
                </a:solidFill>
              </a:rPr>
              <a:t>Swing Decisions</a:t>
            </a:r>
            <a:endParaRPr sz="1800">
              <a:solidFill>
                <a:srgbClr val="FF0000"/>
              </a:solidFill>
            </a:endParaRPr>
          </a:p>
        </p:txBody>
      </p:sp>
      <p:cxnSp>
        <p:nvCxnSpPr>
          <p:cNvPr id="140" name="Google Shape;140;p13"/>
          <p:cNvCxnSpPr/>
          <p:nvPr/>
        </p:nvCxnSpPr>
        <p:spPr>
          <a:xfrm flipH="1">
            <a:off x="37770275" y="12092129"/>
            <a:ext cx="5481600" cy="1127400"/>
          </a:xfrm>
          <a:prstGeom prst="straightConnector1">
            <a:avLst/>
          </a:prstGeom>
          <a:noFill/>
          <a:ln cap="flat" cmpd="sng" w="38100">
            <a:solidFill>
              <a:srgbClr val="FF0000"/>
            </a:solidFill>
            <a:prstDash val="solid"/>
            <a:round/>
            <a:headEnd len="med" w="med" type="none"/>
            <a:tailEnd len="med" w="med" type="triangle"/>
          </a:ln>
        </p:spPr>
      </p:cxnSp>
      <p:sp>
        <p:nvSpPr>
          <p:cNvPr id="141" name="Google Shape;141;p13"/>
          <p:cNvSpPr txBox="1"/>
          <p:nvPr/>
        </p:nvSpPr>
        <p:spPr>
          <a:xfrm rot="-734924">
            <a:off x="37713018" y="12095459"/>
            <a:ext cx="5465314" cy="49239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FF0000"/>
                </a:solidFill>
                <a:latin typeface="Calibri"/>
                <a:ea typeface="Calibri"/>
                <a:cs typeface="Calibri"/>
                <a:sym typeface="Calibri"/>
              </a:rPr>
              <a:t>As tunneling gets better, swing decisions get worse</a:t>
            </a:r>
            <a:endParaRPr sz="2000">
              <a:solidFill>
                <a:srgbClr val="FF0000"/>
              </a:solidFill>
              <a:latin typeface="Calibri"/>
              <a:ea typeface="Calibri"/>
              <a:cs typeface="Calibri"/>
              <a:sym typeface="Calibri"/>
            </a:endParaRPr>
          </a:p>
        </p:txBody>
      </p:sp>
      <p:sp>
        <p:nvSpPr>
          <p:cNvPr id="142" name="Google Shape;142;p13"/>
          <p:cNvSpPr txBox="1"/>
          <p:nvPr/>
        </p:nvSpPr>
        <p:spPr>
          <a:xfrm>
            <a:off x="29312090" y="5718949"/>
            <a:ext cx="14234400" cy="4710000"/>
          </a:xfrm>
          <a:prstGeom prst="rect">
            <a:avLst/>
          </a:prstGeom>
          <a:noFill/>
          <a:ln>
            <a:noFill/>
          </a:ln>
        </p:spPr>
        <p:txBody>
          <a:bodyPr anchorCtr="0" anchor="t" bIns="45700" lIns="274300" spcFirstLastPara="1" rIns="274300" wrap="square" tIns="45700">
            <a:spAutoFit/>
          </a:bodyPr>
          <a:lstStyle/>
          <a:p>
            <a:pPr indent="0" lvl="0" marL="457200" marR="0" rtl="0" algn="l">
              <a:spcBef>
                <a:spcPts val="0"/>
              </a:spcBef>
              <a:spcAft>
                <a:spcPts val="0"/>
              </a:spcAft>
              <a:buNone/>
            </a:pPr>
            <a:r>
              <a:rPr b="1" lang="en-US" sz="3000">
                <a:solidFill>
                  <a:schemeClr val="dk1"/>
                </a:solidFill>
              </a:rPr>
              <a:t>Figure 7</a:t>
            </a:r>
            <a:endParaRPr sz="3000">
              <a:solidFill>
                <a:schemeClr val="dk1"/>
              </a:solidFill>
            </a:endParaRPr>
          </a:p>
          <a:p>
            <a:pPr indent="-457200" lvl="0" marL="457200" marR="0" rtl="0" algn="l">
              <a:spcBef>
                <a:spcPts val="0"/>
              </a:spcBef>
              <a:spcAft>
                <a:spcPts val="0"/>
              </a:spcAft>
              <a:buClr>
                <a:schemeClr val="dk1"/>
              </a:buClr>
              <a:buSzPts val="3000"/>
              <a:buChar char="•"/>
            </a:pPr>
            <a:r>
              <a:rPr lang="en-US" sz="3000">
                <a:solidFill>
                  <a:schemeClr val="dk1"/>
                </a:solidFill>
              </a:rPr>
              <a:t>The graphs demonstrate the importance of nailing down the context in which a pitcher attempts to tunnel.</a:t>
            </a:r>
            <a:endParaRPr sz="3000">
              <a:solidFill>
                <a:schemeClr val="dk1"/>
              </a:solidFill>
            </a:endParaRPr>
          </a:p>
          <a:p>
            <a:pPr indent="-457200" lvl="0" marL="457200" marR="0" rtl="0" algn="l">
              <a:spcBef>
                <a:spcPts val="0"/>
              </a:spcBef>
              <a:spcAft>
                <a:spcPts val="0"/>
              </a:spcAft>
              <a:buClr>
                <a:schemeClr val="dk1"/>
              </a:buClr>
              <a:buSzPts val="3000"/>
              <a:buChar char="•"/>
            </a:pPr>
            <a:r>
              <a:rPr lang="en-US" sz="3000">
                <a:solidFill>
                  <a:schemeClr val="dk1"/>
                </a:solidFill>
              </a:rPr>
              <a:t>In all cases, the data looks generally random, though when understanding the context of the swing decision model, it becomes clear that this metric is in some way showing that good tunneling leads to good outcomes for pitchers.</a:t>
            </a:r>
            <a:endParaRPr sz="3000">
              <a:solidFill>
                <a:schemeClr val="dk1"/>
              </a:solidFill>
            </a:endParaRPr>
          </a:p>
          <a:p>
            <a:pPr indent="-457200" lvl="0" marL="457200" marR="0" rtl="0" algn="l">
              <a:spcBef>
                <a:spcPts val="0"/>
              </a:spcBef>
              <a:spcAft>
                <a:spcPts val="0"/>
              </a:spcAft>
              <a:buClr>
                <a:schemeClr val="dk1"/>
              </a:buClr>
              <a:buSzPts val="3000"/>
              <a:buChar char="•"/>
            </a:pPr>
            <a:r>
              <a:rPr lang="en-US" sz="3000">
                <a:solidFill>
                  <a:schemeClr val="dk1"/>
                </a:solidFill>
              </a:rPr>
              <a:t>In cases of </a:t>
            </a:r>
            <a:r>
              <a:rPr lang="en-US" sz="3000">
                <a:solidFill>
                  <a:schemeClr val="dk1"/>
                </a:solidFill>
              </a:rPr>
              <a:t>extremely unexpected swing decisions (ex: model expects hitter to take a pitch, hitter swings at a pitch for a strike, model expects hitter to hit a line drive, hitter takes pitch for a strike), there is a clear trend towards good tunneling resulting in good tunneling resulting in good outcomes for a pitcher.</a:t>
            </a:r>
            <a:endParaRPr sz="3000">
              <a:solidFill>
                <a:schemeClr val="dk1"/>
              </a:solidFill>
            </a:endParaRPr>
          </a:p>
        </p:txBody>
      </p:sp>
      <p:sp>
        <p:nvSpPr>
          <p:cNvPr id="143" name="Google Shape;143;p13"/>
          <p:cNvSpPr txBox="1"/>
          <p:nvPr/>
        </p:nvSpPr>
        <p:spPr>
          <a:xfrm>
            <a:off x="29352128" y="15098062"/>
            <a:ext cx="14234400" cy="4248300"/>
          </a:xfrm>
          <a:prstGeom prst="rect">
            <a:avLst/>
          </a:prstGeom>
          <a:noFill/>
          <a:ln>
            <a:noFill/>
          </a:ln>
        </p:spPr>
        <p:txBody>
          <a:bodyPr anchorCtr="0" anchor="t" bIns="45700" lIns="274300" spcFirstLastPara="1" rIns="274300" wrap="square" tIns="45700">
            <a:spAutoFit/>
          </a:bodyPr>
          <a:lstStyle/>
          <a:p>
            <a:pPr indent="0" lvl="0" marL="0" marR="0" rtl="0" algn="l">
              <a:spcBef>
                <a:spcPts val="0"/>
              </a:spcBef>
              <a:spcAft>
                <a:spcPts val="0"/>
              </a:spcAft>
              <a:buNone/>
            </a:pPr>
            <a:r>
              <a:rPr lang="en-US" sz="3000">
                <a:solidFill>
                  <a:schemeClr val="dk1"/>
                </a:solidFill>
              </a:rPr>
              <a:t>When successfully filtering to pitches where tunneling is most likely to be intentional, we are able to see that tunneling is often responsible for causing hitters to make extremely poor swing decisions.</a:t>
            </a:r>
            <a:endParaRPr sz="3000">
              <a:solidFill>
                <a:schemeClr val="dk1"/>
              </a:solidFill>
            </a:endParaRPr>
          </a:p>
          <a:p>
            <a:pPr indent="-457200" lvl="0" marL="457200" rtl="0" algn="l">
              <a:spcBef>
                <a:spcPts val="0"/>
              </a:spcBef>
              <a:spcAft>
                <a:spcPts val="0"/>
              </a:spcAft>
              <a:buClr>
                <a:schemeClr val="dk1"/>
              </a:buClr>
              <a:buSzPts val="3000"/>
              <a:buChar char="•"/>
            </a:pPr>
            <a:r>
              <a:rPr lang="en-US" sz="3000">
                <a:solidFill>
                  <a:schemeClr val="accent2"/>
                </a:solidFill>
              </a:rPr>
              <a:t>.16 R</a:t>
            </a:r>
            <a:r>
              <a:rPr baseline="30000" lang="en-US" sz="3000">
                <a:solidFill>
                  <a:schemeClr val="accent2"/>
                </a:solidFill>
              </a:rPr>
              <a:t>2</a:t>
            </a:r>
            <a:r>
              <a:rPr lang="en-US" sz="3000">
                <a:solidFill>
                  <a:schemeClr val="dk1"/>
                </a:solidFill>
              </a:rPr>
              <a:t> correlation between tunneling metric and Chases Above Expected for Sweepers and Sliders in the fourth quartile of Path to Location Ratio in putaway </a:t>
            </a:r>
            <a:r>
              <a:rPr lang="en-US" sz="3000">
                <a:solidFill>
                  <a:schemeClr val="dk1"/>
                </a:solidFill>
              </a:rPr>
              <a:t>counts.</a:t>
            </a:r>
            <a:endParaRPr sz="3000">
              <a:solidFill>
                <a:schemeClr val="dk1"/>
              </a:solidFill>
            </a:endParaRPr>
          </a:p>
          <a:p>
            <a:pPr indent="-457200" lvl="0" marL="457200" rtl="0" algn="l">
              <a:spcBef>
                <a:spcPts val="0"/>
              </a:spcBef>
              <a:spcAft>
                <a:spcPts val="0"/>
              </a:spcAft>
              <a:buClr>
                <a:schemeClr val="dk1"/>
              </a:buClr>
              <a:buSzPts val="3000"/>
              <a:buChar char="•"/>
            </a:pPr>
            <a:r>
              <a:rPr lang="en-US" sz="3000">
                <a:solidFill>
                  <a:schemeClr val="accent2"/>
                </a:solidFill>
              </a:rPr>
              <a:t>.12 R</a:t>
            </a:r>
            <a:r>
              <a:rPr baseline="30000" lang="en-US" sz="3000">
                <a:solidFill>
                  <a:schemeClr val="accent2"/>
                </a:solidFill>
              </a:rPr>
              <a:t>2</a:t>
            </a:r>
            <a:r>
              <a:rPr lang="en-US" sz="3000">
                <a:solidFill>
                  <a:schemeClr val="dk1"/>
                </a:solidFill>
              </a:rPr>
              <a:t> correlation between tunneling metric and Chases Above Expected for ChangeUps and Splitters in 4th quartile of Path to Location Ratio in putaway counts.</a:t>
            </a:r>
            <a:endParaRPr/>
          </a:p>
        </p:txBody>
      </p:sp>
      <p:pic>
        <p:nvPicPr>
          <p:cNvPr id="144" name="Google Shape;144;p13" title="titansupercomputing-removebg-preview.png"/>
          <p:cNvPicPr preferRelativeResize="0"/>
          <p:nvPr/>
        </p:nvPicPr>
        <p:blipFill rotWithShape="1">
          <a:blip r:embed="rId12">
            <a:alphaModFix/>
          </a:blip>
          <a:srcRect b="68902" l="32895" r="9454" t="0"/>
          <a:stretch/>
        </p:blipFill>
        <p:spPr>
          <a:xfrm>
            <a:off x="629994" y="1653132"/>
            <a:ext cx="7163200" cy="1293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